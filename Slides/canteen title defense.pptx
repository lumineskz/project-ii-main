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3A5F-48CA-AA58-8DFE-6D8B3C9FE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75AF7-AC57-949B-748E-956FE15B5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9002-D33E-C545-55FC-034E57232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FC912-2FFD-E6B2-547B-951D66CB3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41BF5-6B9E-9910-BCF0-89716C8AF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734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86E09-E55C-DD56-B644-F4D04A30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DFED-46EE-6EB5-D752-CBD44F672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F0D9-E14F-F542-DC60-DB3F4246E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419B0-E57B-060E-D232-13C0D5D9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8A02A-AC4E-4A1D-33F7-5034AA39F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155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9803-147D-2F61-DB39-4A484838D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ACE88-867E-E515-F66C-03A981A0C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2CCD4-75AA-E993-06E9-CDB702D7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BC3A1-BFB0-EDBC-4EB6-D23E346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4020-4655-2D32-BCE5-16F5D027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20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B33-B845-FA58-7084-C155C873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85E48-5486-EA93-2FA5-3367C3314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7F1B95-5188-94BF-7BC1-2A3151F2B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F0DC5-C2F0-406D-7BA0-53E44E7C1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920DE-C055-215B-4F90-271358C4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18774D-69C4-A7BC-852F-BECB8DE2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A344-A97D-F579-654D-8C7127F28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250B1-E7E5-5116-8AA7-52F42D4C7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D173A-214D-C59B-CAFB-F365C940BC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E9BA6-77C8-5F48-60E9-8F6D5C553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36823-B189-B0B6-0877-5B058CD437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A9874A-ABB6-2FD6-7ADB-54EC8096D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81E7D-35EF-E403-25AD-55B26EFE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821557-AAD1-400B-8C4E-CDBFA8629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61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2593F-2640-B41A-DF94-DE513803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1817-7914-9932-BA3A-41DE761F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F46AF-FC94-39B8-BEFC-90BCFC5D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503A1-EBEB-F5F7-17CC-349209F4F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32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CD2D3E-28D4-96E2-C446-BD0F25B5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679E80-ABCD-F35F-A8A5-A24E6E173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7023A-DFE9-2E94-FF6B-30CD8CC1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34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B7893-78F4-28C6-8FC2-0DF8948A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2D4C0-4918-1E76-EB98-0BE37B5EB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9FFFE-9C50-CCF2-5F98-20820041F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55D01-678F-40FC-6699-4428E8AB2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CD96-A16B-0ED6-35CC-97370BD6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BF46D-61DD-0BCA-04F8-DEAB7267E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9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5970-BD57-0C29-DE70-70F04EC58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1F47E-9702-098B-BB9F-C18A0C1AF6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77D0-B54A-0BB0-CA4D-1CF69B83D6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2794A-A825-8E20-4FC4-DB726CA0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25C10-AA95-C01F-6CDF-CBCFFDC5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380423-C664-1AC2-3E8F-13736679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72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A8B6-A31B-45B8-4CB0-AB16A8D4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CE1-5536-5913-9226-E77538CE0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D13DA-681D-64FE-A5CD-ACEA6E47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C1DE6-A386-28AD-2F94-E5B156F8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DC028-6D85-99E3-2FE1-7CBD52D11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29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7BB26-FE0F-8723-3975-B8C44F3CB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0F06F-4327-FABF-F654-AB05E7D98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12A56-845B-E7A9-4645-E89CDEC9F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B6BC2-B80C-127F-B905-901EB4C0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A3420-EAC1-C687-DC09-B905A7DF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18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5F0052-5FB7-98B8-F511-9FFC245AC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177CD-8948-D4AC-DE0B-536C1E53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C759D-1265-BB2B-5F8B-95A5024ADD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AD79C-955D-496E-B1A6-D3F877A4C76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AC43-391C-425C-21CA-507DF1804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D835-23E1-6D92-852B-5C36AB79D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4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A47F-C5B9-1228-FAD8-958DDFBB7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9137"/>
            <a:ext cx="9144000" cy="2387600"/>
          </a:xfrm>
        </p:spPr>
        <p:txBody>
          <a:bodyPr/>
          <a:lstStyle/>
          <a:p>
            <a:r>
              <a:rPr lang="en-US" dirty="0"/>
              <a:t>Title Defense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33974-4EE0-6F8A-82C1-B5B3EB8C9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7" y="4090219"/>
            <a:ext cx="4365523" cy="2534265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600" b="1" dirty="0"/>
              <a:t>Group Members:</a:t>
            </a:r>
          </a:p>
          <a:p>
            <a:pPr algn="l"/>
            <a:br>
              <a:rPr lang="en-US" dirty="0"/>
            </a:br>
            <a:r>
              <a:rPr lang="en-US" dirty="0"/>
              <a:t>Shulabh Shrestha</a:t>
            </a:r>
          </a:p>
          <a:p>
            <a:pPr algn="l"/>
            <a:r>
              <a:rPr lang="en-US" dirty="0"/>
              <a:t>Raja Mandal</a:t>
            </a:r>
          </a:p>
          <a:p>
            <a:pPr algn="l"/>
            <a:r>
              <a:rPr lang="en-US" dirty="0"/>
              <a:t>Aishwarya Prashant</a:t>
            </a:r>
          </a:p>
          <a:p>
            <a:pPr algn="l"/>
            <a:r>
              <a:rPr lang="en-US" dirty="0" err="1"/>
              <a:t>Saistha</a:t>
            </a:r>
            <a:r>
              <a:rPr lang="en-US" dirty="0"/>
              <a:t> Pradhan</a:t>
            </a:r>
          </a:p>
          <a:p>
            <a:pPr algn="l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3B37F1-3E1F-9E35-48DB-0DE76FE50631}"/>
              </a:ext>
            </a:extLst>
          </p:cNvPr>
          <p:cNvSpPr txBox="1">
            <a:spLocks/>
          </p:cNvSpPr>
          <p:nvPr/>
        </p:nvSpPr>
        <p:spPr>
          <a:xfrm>
            <a:off x="1524000" y="2526737"/>
            <a:ext cx="9144000" cy="63402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Project Title: Canteen Pre-booking System </a:t>
            </a:r>
          </a:p>
        </p:txBody>
      </p:sp>
    </p:spTree>
    <p:extLst>
      <p:ext uri="{BB962C8B-B14F-4D97-AF65-F5344CB8AC3E}">
        <p14:creationId xmlns:p14="http://schemas.microsoft.com/office/powerpoint/2010/main" val="2018429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DA779-889E-71A5-B659-F36F6FE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9F9A-B7A1-FB66-68A6-DE8A50738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enable quick and easy pre-ordering of food for students</a:t>
            </a:r>
          </a:p>
          <a:p>
            <a:r>
              <a:rPr lang="en-US" dirty="0"/>
              <a:t>To provide real-time order tracking</a:t>
            </a:r>
          </a:p>
          <a:p>
            <a:r>
              <a:rPr lang="en-US" dirty="0"/>
              <a:t>To improve canteen efficiency and reduce waiting time</a:t>
            </a:r>
          </a:p>
        </p:txBody>
      </p:sp>
    </p:spTree>
    <p:extLst>
      <p:ext uri="{BB962C8B-B14F-4D97-AF65-F5344CB8AC3E}">
        <p14:creationId xmlns:p14="http://schemas.microsoft.com/office/powerpoint/2010/main" val="3234046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5034E-DA00-24F8-AC0B-3C32EF6F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8A779-03D6-C3E6-AE1F-A99C880BD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can view menu, order food, and track status</a:t>
            </a:r>
          </a:p>
          <a:p>
            <a:r>
              <a:rPr lang="en-US" dirty="0"/>
              <a:t>Admin can manage items, update status, and mark sold out</a:t>
            </a:r>
          </a:p>
          <a:p>
            <a:r>
              <a:rPr lang="en-US" dirty="0"/>
              <a:t>No online payment, only physical payment at canteen</a:t>
            </a:r>
          </a:p>
        </p:txBody>
      </p:sp>
    </p:spTree>
    <p:extLst>
      <p:ext uri="{BB962C8B-B14F-4D97-AF65-F5344CB8AC3E}">
        <p14:creationId xmlns:p14="http://schemas.microsoft.com/office/powerpoint/2010/main" val="178180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3535-852B-F14E-5C88-CC01627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4FE9F-8B36-27AA-33A9-245AB2714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 Feasibility: Easily developed using basic web technologies with no complex requirements.</a:t>
            </a:r>
          </a:p>
          <a:p>
            <a:endParaRPr lang="en-US" dirty="0"/>
          </a:p>
          <a:p>
            <a:r>
              <a:rPr lang="en-US" dirty="0"/>
              <a:t>Operational Feasibility: Simple for students and staff to use, improving canteen workflow.</a:t>
            </a:r>
          </a:p>
          <a:p>
            <a:endParaRPr lang="en-US" dirty="0"/>
          </a:p>
          <a:p>
            <a:r>
              <a:rPr lang="en-US" dirty="0"/>
              <a:t>Economic Feasibility: Low-cost system with high efficiency benefits.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64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328D-0F95-27E5-714E-9CA8D618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and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76451-8CEF-ABB3-6939-BDEB145E0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and GitHub for collaborations and backlog</a:t>
            </a:r>
          </a:p>
          <a:p>
            <a:r>
              <a:rPr lang="en-US" dirty="0"/>
              <a:t>Draw.io for making UML Diagrams</a:t>
            </a:r>
          </a:p>
          <a:p>
            <a:r>
              <a:rPr lang="en-US" dirty="0"/>
              <a:t>PHP will be our primary programming language(</a:t>
            </a:r>
            <a:r>
              <a:rPr lang="en-US" dirty="0" err="1"/>
              <a:t>Front&amp;Backend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8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FB00-0185-DE6C-4316-2A12B655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B90FA-9437-A0B6-5B8A-D47CC59D9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able to place orders instantly. </a:t>
            </a:r>
          </a:p>
          <a:p>
            <a:r>
              <a:rPr lang="en-US" dirty="0"/>
              <a:t>Real-time order tracking helps staff prepare only what’s needed. </a:t>
            </a:r>
          </a:p>
          <a:p>
            <a:r>
              <a:rPr lang="en-US" dirty="0"/>
              <a:t>Improved inventory control with “Sold out” system.</a:t>
            </a:r>
          </a:p>
        </p:txBody>
      </p:sp>
    </p:spTree>
    <p:extLst>
      <p:ext uri="{BB962C8B-B14F-4D97-AF65-F5344CB8AC3E}">
        <p14:creationId xmlns:p14="http://schemas.microsoft.com/office/powerpoint/2010/main" val="1208543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F964-72D7-5B6B-4ED4-19C2F3B0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90470-0538-8DCA-720F-BA2DF22D3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1. QR-Based Canteen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G. K.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Uses QR code to access menu and place orders, reducing waiting time.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Requires QR setup and lacks real-time tracking and simple usability.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743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9D3D7-DF15-F9B7-ED65-DA0F6A6A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298A0-D873-681D-BDD4-43D535CDF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2. Android-Based Canteen Ordering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S. N.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Mobile app for ordering food, helps reduce queue during peak time.</a:t>
            </a:r>
            <a:br>
              <a:rPr lang="en-GB" dirty="0"/>
            </a:br>
            <a:r>
              <a:rPr lang="en-GB" b="1" dirty="0"/>
              <a:t>Knowledge</a:t>
            </a:r>
            <a:r>
              <a:rPr lang="en-GB" dirty="0"/>
              <a:t> </a:t>
            </a:r>
            <a:r>
              <a:rPr lang="en-GB" b="1" dirty="0"/>
              <a:t>Gap:</a:t>
            </a:r>
            <a:r>
              <a:rPr lang="en-GB" dirty="0"/>
              <a:t> Requires app installation and not accessible for all users.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127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9F4-8446-91C5-9998-1752CF2E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CD0ED-F64D-8125-B8BA-46DB57C4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3. Smart Canteen Management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R. K. Sharma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Provides digital ordering and management features.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Complex system, focuses on online payment rather than simple solutions.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587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829B-774C-2F14-F183-A7E7744E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7CBCD-F261-8895-8987-96F4AD915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proposed Canteen Pre-order System is developed using the </a:t>
            </a:r>
            <a:r>
              <a:rPr lang="en-GB" b="1" dirty="0"/>
              <a:t>Waterfall Model</a:t>
            </a:r>
            <a:r>
              <a:rPr lang="en-GB" dirty="0"/>
              <a:t>, where each phase is completed step-by-step in a sequential manner.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Requirement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System Design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Implementation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Testing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Deployment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Maintenance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207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F919-6305-497F-BA8F-7A1923A8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026" y="129151"/>
            <a:ext cx="10515600" cy="1325563"/>
          </a:xfrm>
        </p:spPr>
        <p:txBody>
          <a:bodyPr/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9E4B716-5E88-722F-FEE9-2BCDCA72FE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49814"/>
              </p:ext>
            </p:extLst>
          </p:nvPr>
        </p:nvGraphicFramePr>
        <p:xfrm>
          <a:off x="1001949" y="1040860"/>
          <a:ext cx="10700425" cy="5583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788">
                  <a:extLst>
                    <a:ext uri="{9D8B030D-6E8A-4147-A177-3AD203B41FA5}">
                      <a16:colId xmlns:a16="http://schemas.microsoft.com/office/drawing/2014/main" val="2887231879"/>
                    </a:ext>
                  </a:extLst>
                </a:gridCol>
                <a:gridCol w="5559532">
                  <a:extLst>
                    <a:ext uri="{9D8B030D-6E8A-4147-A177-3AD203B41FA5}">
                      <a16:colId xmlns:a16="http://schemas.microsoft.com/office/drawing/2014/main" val="3954113466"/>
                    </a:ext>
                  </a:extLst>
                </a:gridCol>
                <a:gridCol w="1322901">
                  <a:extLst>
                    <a:ext uri="{9D8B030D-6E8A-4147-A177-3AD203B41FA5}">
                      <a16:colId xmlns:a16="http://schemas.microsoft.com/office/drawing/2014/main" val="4065323800"/>
                    </a:ext>
                  </a:extLst>
                </a:gridCol>
                <a:gridCol w="1440120">
                  <a:extLst>
                    <a:ext uri="{9D8B030D-6E8A-4147-A177-3AD203B41FA5}">
                      <a16:colId xmlns:a16="http://schemas.microsoft.com/office/drawing/2014/main" val="1598175862"/>
                    </a:ext>
                  </a:extLst>
                </a:gridCol>
                <a:gridCol w="1574084">
                  <a:extLst>
                    <a:ext uri="{9D8B030D-6E8A-4147-A177-3AD203B41FA5}">
                      <a16:colId xmlns:a16="http://schemas.microsoft.com/office/drawing/2014/main" val="1543798223"/>
                    </a:ext>
                  </a:extLst>
                </a:gridCol>
              </a:tblGrid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Task Id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Task Name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Start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End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Duration(Days)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353628210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Title Defense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/>
                </a:tc>
                <a:extLst>
                  <a:ext uri="{0D108BD9-81ED-4DB2-BD59-A6C34878D82A}">
                    <a16:rowId xmlns:a16="http://schemas.microsoft.com/office/drawing/2014/main" val="254089661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Topic Brainstorming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42937199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Topic Decision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130837832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29041731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Proposal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284521522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Literature Review and Figma Designing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1984674709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UML Diagrams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220819875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Backlog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3303921938"/>
                  </a:ext>
                </a:extLst>
              </a:tr>
              <a:tr h="2273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Preparation of Documentation and Presentation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4018946370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Mid-Term Defense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192078697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Correction of Diagrams and Project Work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384900555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Gantt chart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2246270999"/>
                  </a:ext>
                </a:extLst>
              </a:tr>
              <a:tr h="26372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Project Start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3570580697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Database Definition and Login/Signup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117270088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Dashboard and Admin Dashboard redirection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506182568"/>
                  </a:ext>
                </a:extLst>
              </a:tr>
              <a:tr h="4728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Menu creation(For users) and Admin custom menu for daily "Today's special" unique menu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1457037831"/>
                  </a:ext>
                </a:extLst>
              </a:tr>
              <a:tr h="2819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POST Logic and display order on admin side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39777950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Testing and Test Case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1843064482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Correction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04-Jun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2196696537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for Mid-Term Defense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844591366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/>
                </a:tc>
                <a:extLst>
                  <a:ext uri="{0D108BD9-81ED-4DB2-BD59-A6C34878D82A}">
                    <a16:rowId xmlns:a16="http://schemas.microsoft.com/office/drawing/2014/main" val="3773212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968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2159-23F0-59CC-A198-1C078EA5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300CD-4AF5-9172-CD2E-FFDB8DD28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Mobile Application Integration</a:t>
            </a:r>
            <a:br>
              <a:rPr lang="en-US" dirty="0"/>
            </a:br>
            <a:r>
              <a:rPr lang="en-US" dirty="0"/>
              <a:t>Develop a mobile app (using React Native) to allow users to report issues instantly with push notifications and location-based services.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User Verification &amp; Role Expansion</a:t>
            </a:r>
            <a:br>
              <a:rPr lang="en-US" dirty="0"/>
            </a:br>
            <a:r>
              <a:rPr lang="en-US" dirty="0"/>
              <a:t>Introduce authentication features like OTP/email verification and expand roles (e.g., admin, moderator, local volunteers).</a:t>
            </a:r>
          </a:p>
        </p:txBody>
      </p:sp>
    </p:spTree>
    <p:extLst>
      <p:ext uri="{BB962C8B-B14F-4D97-AF65-F5344CB8AC3E}">
        <p14:creationId xmlns:p14="http://schemas.microsoft.com/office/powerpoint/2010/main" val="32414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597</Words>
  <Application>Microsoft Office PowerPoint</Application>
  <PresentationFormat>Widescreen</PresentationFormat>
  <Paragraphs>159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Narrow</vt:lpstr>
      <vt:lpstr>Arial</vt:lpstr>
      <vt:lpstr>Times New Roman</vt:lpstr>
      <vt:lpstr>Office Theme</vt:lpstr>
      <vt:lpstr>Title Defense</vt:lpstr>
      <vt:lpstr>Objectives</vt:lpstr>
      <vt:lpstr>Scope</vt:lpstr>
      <vt:lpstr>Feasibility Study</vt:lpstr>
      <vt:lpstr>Tools and Techniques</vt:lpstr>
      <vt:lpstr>Expected Outcome</vt:lpstr>
      <vt:lpstr>Literature Review</vt:lpstr>
      <vt:lpstr>PowerPoint Presentation</vt:lpstr>
      <vt:lpstr>PowerPoint Presentation</vt:lpstr>
      <vt:lpstr>Methodology</vt:lpstr>
      <vt:lpstr>Timeline</vt:lpstr>
      <vt:lpstr>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Defense</dc:title>
  <dc:creator>Lumi 26710</dc:creator>
  <cp:lastModifiedBy>Lumi N</cp:lastModifiedBy>
  <cp:revision>8</cp:revision>
  <dcterms:created xsi:type="dcterms:W3CDTF">2026-04-26T13:28:00Z</dcterms:created>
  <dcterms:modified xsi:type="dcterms:W3CDTF">2026-04-29T05:03:43Z</dcterms:modified>
</cp:coreProperties>
</file>