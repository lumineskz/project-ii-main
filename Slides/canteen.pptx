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3A5F-48CA-AA58-8DFE-6D8B3C9FE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75AF7-AC57-949B-748E-956FE15B5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E9002-D33E-C545-55FC-034E572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FC912-2FFD-E6B2-547B-951D66CB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1BF5-6B9E-9910-BCF0-89716C8A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3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6E09-E55C-DD56-B644-F4D04A30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DFED-46EE-6EB5-D752-CBD44F672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3F0D9-E14F-F542-DC60-DB3F4246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19B0-E57B-060E-D232-13C0D5D9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8A02A-AC4E-4A1D-33F7-5034AA39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5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9803-147D-2F61-DB39-4A484838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ACE88-867E-E515-F66C-03A981A0C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2CCD4-75AA-E993-06E9-CDB702D7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BC3A1-BFB0-EDBC-4EB6-D23E346C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84020-4655-2D32-BCE5-16F5D027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2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EB33-B845-FA58-7084-C155C873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5E48-5486-EA93-2FA5-3367C3314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F1B95-5188-94BF-7BC1-2A3151F2B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F0DC5-C2F0-406D-7BA0-53E44E7C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920DE-C055-215B-4F90-271358C4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8774D-69C4-A7BC-852F-BECB8DE2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A344-A97D-F579-654D-8C7127F2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250B1-E7E5-5116-8AA7-52F42D4C7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D173A-214D-C59B-CAFB-F365C940B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E9BA6-77C8-5F48-60E9-8F6D5C553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36823-B189-B0B6-0877-5B058CD43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9874A-ABB6-2FD6-7ADB-54EC8096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481E7D-35EF-E403-25AD-55B26EFE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21557-AAD1-400B-8C4E-CDBFA862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61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2593F-2640-B41A-DF94-DE513803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51817-7914-9932-BA3A-41DE761F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F46AF-FC94-39B8-BEFC-90BCFC5D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503A1-EBEB-F5F7-17CC-349209F4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3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D2D3E-28D4-96E2-C446-BD0F25B5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9E80-ABCD-F35F-A8A5-A24E6E17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7023A-DFE9-2E94-FF6B-30CD8CC1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34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7893-78F4-28C6-8FC2-0DF8948A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2D4C0-4918-1E76-EB98-0BE37B5E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9FFFE-9C50-CCF2-5F98-20820041F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55D01-678F-40FC-6699-4428E8AB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0CD96-A16B-0ED6-35CC-97370BD6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BF46D-61DD-0BCA-04F8-DEAB7267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9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5970-BD57-0C29-DE70-70F04EC5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1F47E-9702-098B-BB9F-C18A0C1AF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277D0-B54A-0BB0-CA4D-1CF69B83D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2794A-A825-8E20-4FC4-DB726CA0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25C10-AA95-C01F-6CDF-CBCFFDC5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80423-C664-1AC2-3E8F-13736679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7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A8B6-A31B-45B8-4CB0-AB16A8D4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1FCE1-5536-5913-9226-E77538CE0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D13DA-681D-64FE-A5CD-ACEA6E47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C1DE6-A386-28AD-2F94-E5B156F8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DC028-6D85-99E3-2FE1-7CBD52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29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7BB26-FE0F-8723-3975-B8C44F3CB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0F06F-4327-FABF-F654-AB05E7D98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12A56-845B-E7A9-4645-E89CDEC9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B6BC2-B80C-127F-B905-901EB4C0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A3420-EAC1-C687-DC09-B905A7DF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1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F0052-5FB7-98B8-F511-9FFC245A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177CD-8948-D4AC-DE0B-536C1E53D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C759D-1265-BB2B-5F8B-95A5024AD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AD79C-955D-496E-B1A6-D3F877A4C76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2AC43-391C-425C-21CA-507DF1804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BD835-23E1-6D92-852B-5C36AB79D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4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A47F-C5B9-1228-FAD8-958DDFBB7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137"/>
            <a:ext cx="9144000" cy="2387600"/>
          </a:xfrm>
        </p:spPr>
        <p:txBody>
          <a:bodyPr/>
          <a:lstStyle/>
          <a:p>
            <a:r>
              <a:rPr lang="en-US" dirty="0"/>
              <a:t>Title Defense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33974-4EE0-6F8A-82C1-B5B3EB8C9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967" y="4090219"/>
            <a:ext cx="4365523" cy="253426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600" b="1" dirty="0"/>
              <a:t>Group Members:</a:t>
            </a:r>
          </a:p>
          <a:p>
            <a:pPr algn="l"/>
            <a:br>
              <a:rPr lang="en-US" dirty="0"/>
            </a:br>
            <a:r>
              <a:rPr lang="en-US" dirty="0"/>
              <a:t>Shulabh Shrestha</a:t>
            </a:r>
          </a:p>
          <a:p>
            <a:pPr algn="l"/>
            <a:r>
              <a:rPr lang="en-US" dirty="0"/>
              <a:t>Raja Mandal</a:t>
            </a:r>
          </a:p>
          <a:p>
            <a:pPr algn="l"/>
            <a:r>
              <a:rPr lang="en-US" dirty="0"/>
              <a:t>Aishwarya Prashant</a:t>
            </a:r>
          </a:p>
          <a:p>
            <a:pPr algn="l"/>
            <a:r>
              <a:rPr lang="en-US" dirty="0" err="1"/>
              <a:t>Saistha</a:t>
            </a:r>
            <a:r>
              <a:rPr lang="en-US" dirty="0"/>
              <a:t> Pradhan</a:t>
            </a:r>
          </a:p>
          <a:p>
            <a:pPr algn="l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3B37F1-3E1F-9E35-48DB-0DE76FE50631}"/>
              </a:ext>
            </a:extLst>
          </p:cNvPr>
          <p:cNvSpPr txBox="1">
            <a:spLocks/>
          </p:cNvSpPr>
          <p:nvPr/>
        </p:nvSpPr>
        <p:spPr>
          <a:xfrm>
            <a:off x="1524000" y="2526737"/>
            <a:ext cx="9144000" cy="63402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Project Title: </a:t>
            </a:r>
          </a:p>
        </p:txBody>
      </p:sp>
    </p:spTree>
    <p:extLst>
      <p:ext uri="{BB962C8B-B14F-4D97-AF65-F5344CB8AC3E}">
        <p14:creationId xmlns:p14="http://schemas.microsoft.com/office/powerpoint/2010/main" val="201842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779-889E-71A5-B659-F36F6FE9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9F9A-B7A1-FB66-68A6-DE8A50738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enable quick and easy pre-ordering of food for students</a:t>
            </a:r>
          </a:p>
          <a:p>
            <a:r>
              <a:rPr lang="en-US" dirty="0"/>
              <a:t>To provide real-time order tracking</a:t>
            </a:r>
          </a:p>
          <a:p>
            <a:r>
              <a:rPr lang="en-US" dirty="0"/>
              <a:t>To improve canteen efficiency and reduce waiting time</a:t>
            </a:r>
          </a:p>
        </p:txBody>
      </p:sp>
    </p:spTree>
    <p:extLst>
      <p:ext uri="{BB962C8B-B14F-4D97-AF65-F5344CB8AC3E}">
        <p14:creationId xmlns:p14="http://schemas.microsoft.com/office/powerpoint/2010/main" val="323404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034E-DA00-24F8-AC0B-3C32EF6F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8A779-03D6-C3E6-AE1F-A99C880BD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can view menu, order food, and track status</a:t>
            </a:r>
          </a:p>
          <a:p>
            <a:r>
              <a:rPr lang="en-US" dirty="0"/>
              <a:t>Admin can manage items, update status, and mark sold out</a:t>
            </a:r>
          </a:p>
          <a:p>
            <a:r>
              <a:rPr lang="en-US" dirty="0"/>
              <a:t>No online payment, only physical payment at canteen</a:t>
            </a:r>
          </a:p>
        </p:txBody>
      </p:sp>
    </p:spTree>
    <p:extLst>
      <p:ext uri="{BB962C8B-B14F-4D97-AF65-F5344CB8AC3E}">
        <p14:creationId xmlns:p14="http://schemas.microsoft.com/office/powerpoint/2010/main" val="17818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3535-852B-F14E-5C88-CC01627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FE9F-8B36-27AA-33A9-245AB2714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 Feasibility: Easily developed using basic web technologies with no complex requirements.</a:t>
            </a:r>
          </a:p>
          <a:p>
            <a:endParaRPr lang="en-US" dirty="0"/>
          </a:p>
          <a:p>
            <a:r>
              <a:rPr lang="en-US" dirty="0"/>
              <a:t>Operational Feasibility: Simple for students and staff to use, improving canteen workflow.</a:t>
            </a:r>
          </a:p>
          <a:p>
            <a:endParaRPr lang="en-US" dirty="0"/>
          </a:p>
          <a:p>
            <a:r>
              <a:rPr lang="en-US" dirty="0"/>
              <a:t>Economic Feasibility: Low-cost system with high efficiency benefits.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64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328D-0F95-27E5-714E-9CA8D61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76451-8CEF-ABB3-6939-BDEB145E0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and GitHub for collaborations</a:t>
            </a:r>
          </a:p>
          <a:p>
            <a:r>
              <a:rPr lang="en-US" dirty="0"/>
              <a:t>Draw.io for making UML Diagrams</a:t>
            </a:r>
          </a:p>
          <a:p>
            <a:r>
              <a:rPr lang="en-US" dirty="0"/>
              <a:t>PHP will be our primary programming language(</a:t>
            </a:r>
            <a:r>
              <a:rPr lang="en-US" dirty="0" err="1"/>
              <a:t>Front&amp;Backend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FB00-0185-DE6C-4316-2A12B655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90FA-9437-A0B6-5B8A-D47CC59D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able to place orders instantly. </a:t>
            </a:r>
          </a:p>
          <a:p>
            <a:r>
              <a:rPr lang="en-US" dirty="0"/>
              <a:t>Real-time order tracking helps staff prepare only what’s needed. </a:t>
            </a:r>
          </a:p>
          <a:p>
            <a:r>
              <a:rPr lang="en-US" dirty="0"/>
              <a:t>Improved inventory control with “Sold out” system.</a:t>
            </a:r>
          </a:p>
        </p:txBody>
      </p:sp>
    </p:spTree>
    <p:extLst>
      <p:ext uri="{BB962C8B-B14F-4D97-AF65-F5344CB8AC3E}">
        <p14:creationId xmlns:p14="http://schemas.microsoft.com/office/powerpoint/2010/main" val="120854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F964-72D7-5B6B-4ED4-19C2F3B0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90470-0538-8DCA-720F-BA2DF22D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1. QR-Based Canteen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G. K. Patil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Uses QR code to access menu and place orders, reducing waiting time.</a:t>
            </a:r>
            <a:br>
              <a:rPr lang="en-GB" dirty="0"/>
            </a:br>
            <a:r>
              <a:rPr lang="en-GB" b="1" dirty="0"/>
              <a:t>Knowledge Gap:</a:t>
            </a:r>
            <a:r>
              <a:rPr lang="en-GB" dirty="0"/>
              <a:t> Requires QR setup and lacks real-time tracking and simple usability.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743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D3D7-DF15-F9B7-ED65-DA0F6A6A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98A0-D873-681D-BDD4-43D535CD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2. Android-Based Canteen Ordering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S. N. Patil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Mobile app for ordering food, helps reduce queue during peak time.</a:t>
            </a:r>
            <a:br>
              <a:rPr lang="en-GB" dirty="0"/>
            </a:br>
            <a:r>
              <a:rPr lang="en-GB" b="1" dirty="0"/>
              <a:t>Knowledge</a:t>
            </a:r>
            <a:r>
              <a:rPr lang="en-GB" dirty="0"/>
              <a:t> </a:t>
            </a:r>
            <a:r>
              <a:rPr lang="en-GB" b="1" dirty="0"/>
              <a:t>Gap:</a:t>
            </a:r>
            <a:r>
              <a:rPr lang="en-GB" dirty="0"/>
              <a:t> Requires app installation and not accessible for all users.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1270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7D9F4-8446-91C5-9998-1752CF2E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D0ED-F64D-8125-B8BA-46DB57C44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3. Smart Canteen Management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R. K. Sharma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Provides digital ordering and management features.</a:t>
            </a:r>
            <a:br>
              <a:rPr lang="en-GB" dirty="0"/>
            </a:br>
            <a:r>
              <a:rPr lang="en-GB" b="1" dirty="0"/>
              <a:t>Knowledge Gap:</a:t>
            </a:r>
            <a:r>
              <a:rPr lang="en-GB" dirty="0"/>
              <a:t> Complex system, focuses on online payment rather than simple solutions.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5872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829B-774C-2F14-F183-A7E7744E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7CBCD-F261-8895-8987-96F4AD915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proposed Canteen Pre-order System is developed using the </a:t>
            </a:r>
            <a:r>
              <a:rPr lang="en-GB" b="1" dirty="0"/>
              <a:t>Waterfall Model</a:t>
            </a:r>
            <a:r>
              <a:rPr lang="en-GB" dirty="0"/>
              <a:t>, where each phase is completed step-by-step in a sequential manner.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Requirement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System Design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Testing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Deployment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Maintenance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207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F919-6305-497F-BA8F-7A1923A8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129151"/>
            <a:ext cx="10515600" cy="1325563"/>
          </a:xfrm>
        </p:spPr>
        <p:txBody>
          <a:bodyPr/>
          <a:lstStyle/>
          <a:p>
            <a:r>
              <a:rPr lang="en-US" dirty="0"/>
              <a:t>Timeline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890E17-D4E7-4A8A-96F3-E2B6664A1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026" y="1223449"/>
            <a:ext cx="9407653" cy="537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68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2159-23F0-59CC-A198-1C078EA5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300CD-4AF5-9172-CD2E-FFDB8DD2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2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343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Defense</vt:lpstr>
      <vt:lpstr>Objectives</vt:lpstr>
      <vt:lpstr>Scope</vt:lpstr>
      <vt:lpstr>Feasibility Study</vt:lpstr>
      <vt:lpstr>Tools and Techniques</vt:lpstr>
      <vt:lpstr>Expected Outcome</vt:lpstr>
      <vt:lpstr>Literature Review</vt:lpstr>
      <vt:lpstr>PowerPoint Presentation</vt:lpstr>
      <vt:lpstr>PowerPoint Presentation</vt:lpstr>
      <vt:lpstr>Methodology</vt:lpstr>
      <vt:lpstr>Timeline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Defense</dc:title>
  <dc:creator>Lumi 26710</dc:creator>
  <cp:lastModifiedBy>Aishwarya Prashant</cp:lastModifiedBy>
  <cp:revision>4</cp:revision>
  <dcterms:created xsi:type="dcterms:W3CDTF">2026-04-26T13:28:00Z</dcterms:created>
  <dcterms:modified xsi:type="dcterms:W3CDTF">2026-04-27T14:56:17Z</dcterms:modified>
</cp:coreProperties>
</file>