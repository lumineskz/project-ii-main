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67" r:id="rId10"/>
    <p:sldId id="263" r:id="rId11"/>
    <p:sldId id="264" r:id="rId12"/>
    <p:sldId id="26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93A5F-48CA-AA58-8DFE-6D8B3C9FE1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675AF7-AC57-949B-748E-956FE15B5D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E9002-D33E-C545-55FC-034E57232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FC912-2FFD-E6B2-547B-951D66CB3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141BF5-6B9E-9910-BCF0-89716C8AF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7344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86E09-E55C-DD56-B644-F4D04A30B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48DFED-46EE-6EB5-D752-CBD44F672C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3F0D9-E14F-F542-DC60-DB3F4246E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9419B0-E57B-060E-D232-13C0D5D97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28A02A-AC4E-4A1D-33F7-5034AA39F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1552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09803-147D-2F61-DB39-4A484838D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6ACE88-867E-E515-F66C-03A981A0C9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2CCD4-75AA-E993-06E9-CDB702D74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BC3A1-BFB0-EDBC-4EB6-D23E346C1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84020-4655-2D32-BCE5-16F5D027F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420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6EB33-B845-FA58-7084-C155C873A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85E48-5486-EA93-2FA5-3367C33147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7F1B95-5188-94BF-7BC1-2A3151F2B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8F0DC5-C2F0-406D-7BA0-53E44E7C1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E920DE-C055-215B-4F90-271358C42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18774D-69C4-A7BC-852F-BECB8DE2E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75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CA344-A97D-F579-654D-8C7127F28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6250B1-E7E5-5116-8AA7-52F42D4C72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3D173A-214D-C59B-CAFB-F365C940BC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6E9BA6-77C8-5F48-60E9-8F6D5C5535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336823-B189-B0B6-0877-5B058CD437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AA9874A-ABB6-2FD6-7ADB-54EC8096D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481E7D-35EF-E403-25AD-55B26EFEC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821557-AAD1-400B-8C4E-CDBFA8629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261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2593F-2640-B41A-DF94-DE513803D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051817-7914-9932-BA3A-41DE761F6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AF46AF-FC94-39B8-BEFC-90BCFC5D7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3503A1-EBEB-F5F7-17CC-349209F4F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5329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CD2D3E-28D4-96E2-C446-BD0F25B51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679E80-ABCD-F35F-A8A5-A24E6E173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E7023A-DFE9-2E94-FF6B-30CD8CC16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734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B7893-78F4-28C6-8FC2-0DF8948A4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72D4C0-4918-1E76-EB98-0BE37B5EB0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49FFFE-9C50-CCF2-5F98-20820041FA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555D01-678F-40FC-6699-4428E8AB2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80CD96-A16B-0ED6-35CC-97370BD6B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4BF46D-61DD-0BCA-04F8-DEAB7267E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891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F5970-BD57-0C29-DE70-70F04EC58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01F47E-9702-098B-BB9F-C18A0C1AF6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D277D0-B54A-0BB0-CA4D-1CF69B83D6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E2794A-A825-8E20-4FC4-DB726CA0E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B25C10-AA95-C01F-6CDF-CBCFFDC58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380423-C664-1AC2-3E8F-137366795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6721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BA8B6-A31B-45B8-4CB0-AB16A8D47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01FCE1-5536-5913-9226-E77538CE0B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DD13DA-681D-64FE-A5CD-ACEA6E47E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C1DE6-A386-28AD-2F94-E5B156F83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DDC028-6D85-99E3-2FE1-7CBD52D11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829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17BB26-FE0F-8723-3975-B8C44F3CB6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C0F06F-4327-FABF-F654-AB05E7D98E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812A56-845B-E7A9-4645-E89CDEC9F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1B6BC2-B80C-127F-B905-901EB4C02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FA3420-EAC1-C687-DC09-B905A7DFE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718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5F0052-5FB7-98B8-F511-9FFC245AC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0177CD-8948-D4AC-DE0B-536C1E53D4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EC759D-1265-BB2B-5F8B-95A5024ADD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1AD79C-955D-496E-B1A6-D3F877A4C76A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2AC43-391C-425C-21CA-507DF18042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8BD835-23E1-6D92-852B-5C36AB79DC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446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scholar.google.com/citations?user=aDa2M-QAAAAJ&amp;hl=en&amp;oi=sra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0A47F-C5B9-1228-FAD8-958DDFBB76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9137"/>
            <a:ext cx="9144000" cy="2387600"/>
          </a:xfrm>
        </p:spPr>
        <p:txBody>
          <a:bodyPr/>
          <a:lstStyle/>
          <a:p>
            <a:r>
              <a:rPr lang="en-US" dirty="0"/>
              <a:t>Title Defense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C33974-4EE0-6F8A-82C1-B5B3EB8C91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4967" y="4090219"/>
            <a:ext cx="4365523" cy="2534265"/>
          </a:xfrm>
        </p:spPr>
        <p:txBody>
          <a:bodyPr>
            <a:normAutofit lnSpcReduction="10000"/>
          </a:bodyPr>
          <a:lstStyle/>
          <a:p>
            <a:pPr algn="l"/>
            <a:r>
              <a:rPr lang="en-US" sz="2600" b="1" dirty="0"/>
              <a:t>Group Members:</a:t>
            </a:r>
          </a:p>
          <a:p>
            <a:pPr algn="l"/>
            <a:br>
              <a:rPr lang="en-US" dirty="0"/>
            </a:br>
            <a:r>
              <a:rPr lang="en-US" dirty="0"/>
              <a:t>Shulabh Shrestha</a:t>
            </a:r>
          </a:p>
          <a:p>
            <a:pPr algn="l"/>
            <a:r>
              <a:rPr lang="en-US" dirty="0"/>
              <a:t>Raja Mandal</a:t>
            </a:r>
          </a:p>
          <a:p>
            <a:pPr algn="l"/>
            <a:r>
              <a:rPr lang="en-US" dirty="0"/>
              <a:t>Aishwarya Prashant</a:t>
            </a:r>
          </a:p>
          <a:p>
            <a:pPr algn="l"/>
            <a:r>
              <a:rPr lang="en-US" dirty="0" err="1"/>
              <a:t>Saistha</a:t>
            </a:r>
            <a:r>
              <a:rPr lang="en-US" dirty="0"/>
              <a:t> Pradhan</a:t>
            </a:r>
          </a:p>
          <a:p>
            <a:pPr algn="l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E3B37F1-3E1F-9E35-48DB-0DE76FE50631}"/>
              </a:ext>
            </a:extLst>
          </p:cNvPr>
          <p:cNvSpPr txBox="1">
            <a:spLocks/>
          </p:cNvSpPr>
          <p:nvPr/>
        </p:nvSpPr>
        <p:spPr>
          <a:xfrm>
            <a:off x="1524000" y="2526737"/>
            <a:ext cx="9144000" cy="634026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/>
              <a:t>Project Title: Canteen Pre-booking System </a:t>
            </a:r>
          </a:p>
        </p:txBody>
      </p:sp>
    </p:spTree>
    <p:extLst>
      <p:ext uri="{BB962C8B-B14F-4D97-AF65-F5344CB8AC3E}">
        <p14:creationId xmlns:p14="http://schemas.microsoft.com/office/powerpoint/2010/main" val="20184298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DA779-889E-71A5-B659-F36F6FE95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AC9F9A-B7A1-FB66-68A6-DE8A507383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enable quick and easy pre-ordering of food for students</a:t>
            </a:r>
          </a:p>
          <a:p>
            <a:r>
              <a:rPr lang="en-US" dirty="0"/>
              <a:t>To provide real-time order tracking</a:t>
            </a:r>
          </a:p>
          <a:p>
            <a:r>
              <a:rPr lang="en-US" dirty="0"/>
              <a:t>To improve canteen efficiency and reduce waiting time</a:t>
            </a:r>
          </a:p>
        </p:txBody>
      </p:sp>
    </p:spTree>
    <p:extLst>
      <p:ext uri="{BB962C8B-B14F-4D97-AF65-F5344CB8AC3E}">
        <p14:creationId xmlns:p14="http://schemas.microsoft.com/office/powerpoint/2010/main" val="3234046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5034E-DA00-24F8-AC0B-3C32EF6F9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FF8A779-03D6-C3E6-AE1F-A99C880BD3D9}"/>
              </a:ext>
            </a:extLst>
          </p:cNvPr>
          <p:cNvSpPr>
            <a:spLocks noGrp="1"/>
          </p:cNvSpPr>
          <p:nvPr/>
        </p:nvSpPr>
        <p:spPr>
          <a:xfrm>
            <a:off x="747269" y="1690688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Digital menu with categorized items and admin-controlled “Today’s Special”</a:t>
            </a:r>
          </a:p>
          <a:p>
            <a:r>
              <a:rPr lang="en-US" dirty="0"/>
              <a:t>One click ordering system with confirmation or undo and real-time order status tracking</a:t>
            </a:r>
          </a:p>
          <a:p>
            <a:r>
              <a:rPr lang="en-US" dirty="0"/>
              <a:t>Admin dashboard to manage orders, mark items as sold out, and update “Paid &amp; Collected”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180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83535-852B-F14E-5C88-CC0162733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Feasibility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54FE9F-8B36-27AA-33A9-245AB2714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Technical Feasibility: Easily developed using basic web technologies with no complex requirements.</a:t>
            </a:r>
          </a:p>
          <a:p>
            <a:endParaRPr lang="en-US" dirty="0"/>
          </a:p>
          <a:p>
            <a:r>
              <a:rPr lang="en-US" dirty="0"/>
              <a:t>Operational Feasibility: Simple for students and staff to use, improving canteen workflow.</a:t>
            </a:r>
          </a:p>
          <a:p>
            <a:endParaRPr lang="en-US" dirty="0"/>
          </a:p>
          <a:p>
            <a:r>
              <a:rPr lang="en-US" dirty="0"/>
              <a:t>Economic Feasibility: Low-cost or open source system with high efficiency benefits.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6442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5328D-0F95-27E5-714E-9CA8D618E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 and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76451-8CEF-ABB3-6939-BDEB145E0D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and GitHub for collaborations and backlog</a:t>
            </a:r>
          </a:p>
          <a:p>
            <a:r>
              <a:rPr lang="en-US" dirty="0"/>
              <a:t>Draw.io for making UML Diagrams</a:t>
            </a:r>
          </a:p>
          <a:p>
            <a:r>
              <a:rPr lang="en-US" dirty="0"/>
              <a:t>PHP will be our primary programming language(</a:t>
            </a:r>
            <a:r>
              <a:rPr lang="en-US" dirty="0" err="1"/>
              <a:t>Front&amp;Backend</a:t>
            </a:r>
            <a:r>
              <a:rPr lang="en-US" dirty="0"/>
              <a:t>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5482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7FB00-0185-DE6C-4316-2A12B6552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Outcome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6B90FA-9437-A0B6-5B8A-D47CC59D9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Students able to pre-book instantly. </a:t>
            </a:r>
          </a:p>
          <a:p>
            <a:r>
              <a:rPr lang="en-US" dirty="0"/>
              <a:t>Real-time order tracking helps staff prepare only what’s needed. </a:t>
            </a:r>
          </a:p>
          <a:p>
            <a:r>
              <a:rPr lang="en-US" dirty="0"/>
              <a:t>Improved inventory control with “Sold out” system.</a:t>
            </a:r>
          </a:p>
        </p:txBody>
      </p:sp>
    </p:spTree>
    <p:extLst>
      <p:ext uri="{BB962C8B-B14F-4D97-AF65-F5344CB8AC3E}">
        <p14:creationId xmlns:p14="http://schemas.microsoft.com/office/powerpoint/2010/main" val="1208543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1F964-72D7-5B6B-4ED4-19C2F3B00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Literature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90470-0538-8DCA-720F-BA2DF22D32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1. QR-Based Canteen System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b="1" dirty="0"/>
              <a:t>Authors:</a:t>
            </a:r>
            <a:r>
              <a:rPr lang="en-GB" dirty="0"/>
              <a:t> </a:t>
            </a:r>
            <a:r>
              <a:rPr lang="en-US" dirty="0"/>
              <a:t>IB Bhattarai, A Bhandari, N Pokhrel</a:t>
            </a:r>
            <a:br>
              <a:rPr lang="en-GB" dirty="0"/>
            </a:br>
            <a:r>
              <a:rPr lang="en-GB" b="1" dirty="0"/>
              <a:t>Summary:</a:t>
            </a:r>
            <a:r>
              <a:rPr lang="en-GB" dirty="0"/>
              <a:t> Uses QR code to access menu and place orders, reducing waiting time.</a:t>
            </a:r>
            <a:br>
              <a:rPr lang="en-GB" dirty="0"/>
            </a:br>
            <a:r>
              <a:rPr lang="en-GB" b="1" dirty="0"/>
              <a:t>Knowledge Gap:</a:t>
            </a:r>
            <a:r>
              <a:rPr lang="en-GB" dirty="0"/>
              <a:t> Requires QR setup and lacks real-time tracking and simple usability.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17432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9D3D7-DF15-F9B7-ED65-DA0F6A6A2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5298A0-D873-681D-BDD4-43D535CDFD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GB" b="1" dirty="0"/>
              <a:t>2. Android-Based Canteen Ordering System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b="1" dirty="0"/>
              <a:t>Authors:</a:t>
            </a:r>
            <a:r>
              <a:rPr lang="en-GB" dirty="0"/>
              <a:t> </a:t>
            </a:r>
            <a:r>
              <a:rPr lang="en-US" dirty="0"/>
              <a:t> T </a:t>
            </a:r>
            <a:r>
              <a:rPr lang="en-US" dirty="0" err="1"/>
              <a:t>Suroshe</a:t>
            </a:r>
            <a:r>
              <a:rPr lang="en-US" dirty="0"/>
              <a:t>, </a:t>
            </a:r>
            <a:r>
              <a:rPr lang="en-US" u="sng" dirty="0">
                <a:hlinkClick r:id="rId2"/>
              </a:rPr>
              <a:t>N </a:t>
            </a:r>
            <a:r>
              <a:rPr lang="en-US" u="sng" dirty="0" err="1">
                <a:hlinkClick r:id="rId2"/>
              </a:rPr>
              <a:t>Sathawne</a:t>
            </a:r>
            <a:br>
              <a:rPr lang="en-GB" dirty="0"/>
            </a:br>
            <a:r>
              <a:rPr lang="en-GB" b="1" dirty="0"/>
              <a:t>Summary:</a:t>
            </a:r>
            <a:r>
              <a:rPr lang="en-GB" dirty="0"/>
              <a:t> Mobile app for ordering food, helps reduce queue during peak time.</a:t>
            </a:r>
            <a:br>
              <a:rPr lang="en-GB" dirty="0"/>
            </a:br>
            <a:r>
              <a:rPr lang="en-GB" b="1" dirty="0"/>
              <a:t>Knowledge</a:t>
            </a:r>
            <a:r>
              <a:rPr lang="en-GB" dirty="0"/>
              <a:t> </a:t>
            </a:r>
            <a:r>
              <a:rPr lang="en-GB" b="1" dirty="0"/>
              <a:t>Gap:</a:t>
            </a:r>
            <a:r>
              <a:rPr lang="en-GB" dirty="0"/>
              <a:t> Requires app installation and not accessible for all users.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01270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7D9F4-8446-91C5-9998-1752CF2E7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BCD0ED-F64D-8125-B8BA-46DB57C44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GB" b="1" dirty="0"/>
              <a:t>3. Smart Canteen Management System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b="1" dirty="0"/>
              <a:t>Authors:</a:t>
            </a:r>
            <a:r>
              <a:rPr lang="en-GB" dirty="0"/>
              <a:t> </a:t>
            </a:r>
            <a:r>
              <a:rPr lang="en-US" dirty="0"/>
              <a:t>B </a:t>
            </a:r>
            <a:r>
              <a:rPr lang="en-US" dirty="0" err="1"/>
              <a:t>Kasaju</a:t>
            </a:r>
            <a:r>
              <a:rPr lang="en-US" dirty="0"/>
              <a:t>, P Karki, SK Aryal</a:t>
            </a:r>
            <a:br>
              <a:rPr lang="en-GB" dirty="0"/>
            </a:br>
            <a:r>
              <a:rPr lang="en-GB" b="1" dirty="0"/>
              <a:t>Summary:</a:t>
            </a:r>
            <a:r>
              <a:rPr lang="en-GB" dirty="0"/>
              <a:t> Provides digital ordering and management features.</a:t>
            </a:r>
            <a:br>
              <a:rPr lang="en-GB" dirty="0"/>
            </a:br>
            <a:r>
              <a:rPr lang="en-GB" b="1" dirty="0"/>
              <a:t>Knowledge Gap:</a:t>
            </a:r>
            <a:r>
              <a:rPr lang="en-GB" dirty="0"/>
              <a:t> Complex system, focuses on online payment rather than simple solutions.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658721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F829B-774C-2F14-F183-A7E7744EE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C7CBCD-F261-8895-8987-96F4AD915C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proposed Canteen Pre-booking System is developed using the </a:t>
            </a:r>
            <a:r>
              <a:rPr lang="en-GB" b="1" dirty="0"/>
              <a:t>Waterfall Model</a:t>
            </a:r>
            <a:r>
              <a:rPr lang="en-GB" dirty="0"/>
              <a:t>, where each phase is completed step-by-step in a sequential manner.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Requirement Analysis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System Design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Implementation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Testing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Deployment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Maintenance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207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BF919-6305-497F-BA8F-7A1923A8A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7026" y="129151"/>
            <a:ext cx="10515600" cy="1325563"/>
          </a:xfrm>
        </p:spPr>
        <p:txBody>
          <a:bodyPr/>
          <a:lstStyle/>
          <a:p>
            <a:r>
              <a:rPr lang="en-US" dirty="0"/>
              <a:t>Timeline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19E4B716-5E88-722F-FEE9-2BCDCA72FE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75933264"/>
              </p:ext>
            </p:extLst>
          </p:nvPr>
        </p:nvGraphicFramePr>
        <p:xfrm>
          <a:off x="1001949" y="1040860"/>
          <a:ext cx="10700425" cy="5583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03788">
                  <a:extLst>
                    <a:ext uri="{9D8B030D-6E8A-4147-A177-3AD203B41FA5}">
                      <a16:colId xmlns:a16="http://schemas.microsoft.com/office/drawing/2014/main" val="2887231879"/>
                    </a:ext>
                  </a:extLst>
                </a:gridCol>
                <a:gridCol w="5559532">
                  <a:extLst>
                    <a:ext uri="{9D8B030D-6E8A-4147-A177-3AD203B41FA5}">
                      <a16:colId xmlns:a16="http://schemas.microsoft.com/office/drawing/2014/main" val="3954113466"/>
                    </a:ext>
                  </a:extLst>
                </a:gridCol>
                <a:gridCol w="1322901">
                  <a:extLst>
                    <a:ext uri="{9D8B030D-6E8A-4147-A177-3AD203B41FA5}">
                      <a16:colId xmlns:a16="http://schemas.microsoft.com/office/drawing/2014/main" val="4065323800"/>
                    </a:ext>
                  </a:extLst>
                </a:gridCol>
                <a:gridCol w="1440120">
                  <a:extLst>
                    <a:ext uri="{9D8B030D-6E8A-4147-A177-3AD203B41FA5}">
                      <a16:colId xmlns:a16="http://schemas.microsoft.com/office/drawing/2014/main" val="1598175862"/>
                    </a:ext>
                  </a:extLst>
                </a:gridCol>
                <a:gridCol w="1574084">
                  <a:extLst>
                    <a:ext uri="{9D8B030D-6E8A-4147-A177-3AD203B41FA5}">
                      <a16:colId xmlns:a16="http://schemas.microsoft.com/office/drawing/2014/main" val="1543798223"/>
                    </a:ext>
                  </a:extLst>
                </a:gridCol>
              </a:tblGrid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Task Id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Task Name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Start Date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End Date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Duration(Days)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282104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effectLst/>
                        </a:rPr>
                        <a:t>1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u="none" strike="noStrike" dirty="0">
                          <a:effectLst/>
                        </a:rPr>
                        <a:t>Title Defense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782" marR="7087" marT="708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782" marR="7087" marT="708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782" marR="7087" marT="708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0896613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Topic Brainstorming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26-Apr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26-Apr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371993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1.2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Topic Decision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27-Apr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27-Apr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8378324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1.3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Presentation Preparation and Division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28-Apr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29-Apr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4173101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effectLst/>
                        </a:rPr>
                        <a:t>2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u="none" strike="noStrike" dirty="0">
                          <a:effectLst/>
                        </a:rPr>
                        <a:t>Proposal Defense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215221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Literature Review and Figma Designing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30-Apr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02-May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4674709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UML Diagrams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03-May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06-May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8198754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Backlog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07-May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07-May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3921938"/>
                  </a:ext>
                </a:extLst>
              </a:tr>
              <a:tr h="22734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Preparation of Documentation and Presentation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08-May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09-May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8946370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effectLst/>
                        </a:rPr>
                        <a:t>3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u="none" strike="noStrike" dirty="0">
                          <a:effectLst/>
                        </a:rPr>
                        <a:t>Mid-Term Defense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0786974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Correction of Diagrams and Project Work Division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14-May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15-May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9005551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Gantt chart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18-May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18-May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6270999"/>
                  </a:ext>
                </a:extLst>
              </a:tr>
              <a:tr h="26372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  <a:highlight>
                            <a:srgbClr val="FFFF00"/>
                          </a:highlight>
                        </a:rPr>
                        <a:t>3.3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  <a:highlight>
                            <a:srgbClr val="FFFF00"/>
                          </a:highlight>
                        </a:rPr>
                        <a:t>Project Implementation </a:t>
                      </a:r>
                      <a:r>
                        <a:rPr lang="en-US" sz="1100" u="none" strike="noStrike" dirty="0">
                          <a:effectLst/>
                          <a:highlight>
                            <a:srgbClr val="FFFF00"/>
                          </a:highlight>
                        </a:rPr>
                        <a:t>Start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  <a:highlight>
                            <a:srgbClr val="FFFF00"/>
                          </a:highlight>
                        </a:rPr>
                        <a:t> 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  <a:highlight>
                            <a:srgbClr val="FFFF00"/>
                          </a:highlight>
                        </a:rPr>
                        <a:t> 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  <a:highlight>
                            <a:srgbClr val="FFFF00"/>
                          </a:highlight>
                        </a:rPr>
                        <a:t> 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0580697"/>
                  </a:ext>
                </a:extLst>
              </a:tr>
              <a:tr h="31828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3.3.1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Database Definition and Login/Signup Page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22-May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2700881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3.3.2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User Dashboard and Admin Dashboard redirection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23-May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24-May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6182568"/>
                  </a:ext>
                </a:extLst>
              </a:tr>
              <a:tr h="47288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3.3.3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Order Menu creation(For users) and Admin custom menu for daily "Today's special" unique menu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26-May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28-May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7037831"/>
                  </a:ext>
                </a:extLst>
              </a:tr>
              <a:tr h="2819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3.3.4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Order POST Logic and display order on admin side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28-May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29-May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7795001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Testing and Test Case Creation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30-May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02-Jun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3064482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Documentation Correction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03-Jun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04-Jun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6696537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Documentation for Mid-Term Defense Creation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05-Jun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08-Jun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4591366"/>
                  </a:ext>
                </a:extLst>
              </a:tr>
              <a:tr h="2364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Presentation Preparation and Division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782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12-Jun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13-Jun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7087" marR="7087" marT="70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3212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69685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E2159-23F0-59CC-A198-1C078EA5F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300CD-4AF5-9172-CD2E-FFDB8DD281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• </a:t>
            </a:r>
            <a:r>
              <a:rPr lang="en-US" b="1" dirty="0"/>
              <a:t>Mobile Application Integration</a:t>
            </a:r>
            <a:br>
              <a:rPr lang="en-US" dirty="0"/>
            </a:br>
            <a:r>
              <a:rPr lang="en-US" dirty="0"/>
              <a:t>Develop a mobile app (using React Native) to allow users to report issues instantly with push notifications and location-based services.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b="1" dirty="0"/>
              <a:t>User Verification &amp; Role Expansion</a:t>
            </a:r>
            <a:br>
              <a:rPr lang="en-US" dirty="0"/>
            </a:br>
            <a:r>
              <a:rPr lang="en-US" dirty="0"/>
              <a:t>Introduce authentication features like OTP/email verification and expand roles (e.g., admin, moderator, local volunteers).</a:t>
            </a:r>
          </a:p>
        </p:txBody>
      </p:sp>
    </p:spTree>
    <p:extLst>
      <p:ext uri="{BB962C8B-B14F-4D97-AF65-F5344CB8AC3E}">
        <p14:creationId xmlns:p14="http://schemas.microsoft.com/office/powerpoint/2010/main" val="3241428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467</TotalTime>
  <Words>608</Words>
  <Application>Microsoft Office PowerPoint</Application>
  <PresentationFormat>Widescreen</PresentationFormat>
  <Paragraphs>159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Aptos Narrow</vt:lpstr>
      <vt:lpstr>Arial</vt:lpstr>
      <vt:lpstr>Times New Roman</vt:lpstr>
      <vt:lpstr>Office Theme</vt:lpstr>
      <vt:lpstr>Title Defense</vt:lpstr>
      <vt:lpstr>Objectives</vt:lpstr>
      <vt:lpstr>Scope</vt:lpstr>
      <vt:lpstr>Feasibility Study</vt:lpstr>
      <vt:lpstr>Tools and Techniques</vt:lpstr>
      <vt:lpstr>Expected Outcome</vt:lpstr>
      <vt:lpstr>Literature Review</vt:lpstr>
      <vt:lpstr>PowerPoint Presentation</vt:lpstr>
      <vt:lpstr>PowerPoint Presentation</vt:lpstr>
      <vt:lpstr>Methodology</vt:lpstr>
      <vt:lpstr>Timeline</vt:lpstr>
      <vt:lpstr>Future Enhancements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Defense</dc:title>
  <dc:creator>Lumi 26710</dc:creator>
  <cp:lastModifiedBy>Lumi N</cp:lastModifiedBy>
  <cp:revision>14</cp:revision>
  <dcterms:created xsi:type="dcterms:W3CDTF">2026-04-26T13:28:00Z</dcterms:created>
  <dcterms:modified xsi:type="dcterms:W3CDTF">2026-04-30T07:51:16Z</dcterms:modified>
</cp:coreProperties>
</file>