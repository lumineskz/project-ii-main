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3" r:id="rId12"/>
    <p:sldId id="272" r:id="rId13"/>
    <p:sldId id="268" r:id="rId14"/>
    <p:sldId id="269" r:id="rId15"/>
    <p:sldId id="270" r:id="rId16"/>
    <p:sldId id="271" r:id="rId17"/>
    <p:sldId id="264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6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6" autoAdjust="0"/>
  </p:normalViewPr>
  <p:slideViewPr>
    <p:cSldViewPr snapToGrid="0">
      <p:cViewPr varScale="1">
        <p:scale>
          <a:sx n="74" d="100"/>
          <a:sy n="74" d="100"/>
        </p:scale>
        <p:origin x="1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ZrQk9EO0Lxj30Nz10QgLUC/Untitled?node-id=0-1&amp;t=lbZWItHdXDabH4Mh-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Mid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 err="1"/>
              <a:t>Aaishwarya</a:t>
            </a:r>
            <a:r>
              <a:rPr lang="en-US" dirty="0"/>
              <a:t>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318098" y="2412152"/>
            <a:ext cx="9555804" cy="168534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Canteen Pre-booking System</a:t>
            </a:r>
          </a:p>
          <a:p>
            <a:r>
              <a:rPr lang="en-US" sz="4000" dirty="0"/>
              <a:t>(Click2Eat)</a:t>
            </a:r>
          </a:p>
          <a:p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839" y="356260"/>
            <a:ext cx="4520540" cy="1028020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6527" y="1871737"/>
            <a:ext cx="116935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 web-based system that lets students browse categorized food items, view “Today’s Special,” and place quick one-click orders.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Provides real-time order tracking (pending, preparing, ready, cancelled) and reduces </a:t>
            </a:r>
            <a:r>
              <a:rPr lang="en-US" altLang="en-US" sz="2800"/>
              <a:t>waiting time.</a:t>
            </a:r>
            <a:endParaRPr lang="en-US" altLang="en-US" sz="2800" dirty="0"/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Admin can manage menu, mark items as sold out, and update order status, while payment is done physically at the canteen.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854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7753" cy="4351338"/>
          </a:xfrm>
        </p:spPr>
        <p:txBody>
          <a:bodyPr/>
          <a:lstStyle/>
          <a:p>
            <a:pPr lvl="0"/>
            <a:r>
              <a:rPr lang="en-US" dirty="0"/>
              <a:t>To enable quick and easy pre-ordering of food for students</a:t>
            </a:r>
          </a:p>
          <a:p>
            <a:pPr lvl="0"/>
            <a:r>
              <a:rPr lang="en-US" dirty="0"/>
              <a:t>To enable admins to manage menu items, food availability, and real-time order processing</a:t>
            </a:r>
          </a:p>
          <a:p>
            <a:pPr lvl="0"/>
            <a:r>
              <a:rPr lang="en-US" dirty="0"/>
              <a:t>To provide clear tracking of order status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/>
        </p:nvSpPr>
        <p:spPr>
          <a:xfrm>
            <a:off x="747269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Digital menu with admin-controlled “Today’s special”</a:t>
            </a:r>
          </a:p>
          <a:p>
            <a:pPr lvl="0"/>
            <a:r>
              <a:rPr lang="en-US" dirty="0"/>
              <a:t>One click ordering system with confirmation or undo and real time order status tracking</a:t>
            </a:r>
          </a:p>
          <a:p>
            <a:pPr lvl="0"/>
            <a:r>
              <a:rPr lang="en-US" dirty="0"/>
              <a:t>Admin dashboard to manage orders, mark items as sold out and update “Paid and collected”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or open source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 and backlog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r>
              <a:rPr lang="en-US" dirty="0"/>
              <a:t>Figma for website structure and interaction simulation (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pre-order to avoid long waiting queues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QR-Based Canteen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G. K.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Uses QR code to access menu and place orders, reducing waiting time.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Requires QR setup and lacks real-time tracking and simple 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3D7-DF15-F9B7-ED65-DA0F6A6A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98A0-D873-681D-BDD4-43D535CD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2. Android-Based Canteen Ordering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S. N.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Mobile app for ordering food, helps reduce queue during peak time.</a:t>
            </a:r>
            <a:br>
              <a:rPr lang="en-GB" dirty="0"/>
            </a:br>
            <a:r>
              <a:rPr lang="en-GB" b="1" dirty="0"/>
              <a:t>Knowledge</a:t>
            </a:r>
            <a:r>
              <a:rPr lang="en-GB" dirty="0"/>
              <a:t> </a:t>
            </a:r>
            <a:r>
              <a:rPr lang="en-GB" b="1" dirty="0"/>
              <a:t>Gap:</a:t>
            </a:r>
            <a:r>
              <a:rPr lang="en-GB" dirty="0"/>
              <a:t> Requires app installation and not accessible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27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9F4-8446-91C5-9998-1752CF2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0ED-F64D-8125-B8BA-46DB57C4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Smart Canteen Management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R. K. Sharma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Provides digital ordering and management features.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Complex system, focuses on online payment rather than simple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87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proposed Canteen Pre-booking System is developed using the </a:t>
            </a:r>
            <a:r>
              <a:rPr lang="en-GB" b="1" dirty="0"/>
              <a:t>Waterfall Model</a:t>
            </a:r>
            <a:r>
              <a:rPr lang="en-GB" dirty="0"/>
              <a:t>, where each phase is completed step-by-step in a sequential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Requirement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System Design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F57F-5AB8-1F1C-7F45-AD84F81B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3715-1FAD-3DCD-3DDD-00136B6D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99A08-F5DE-3F63-E98F-BB3E83821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Diagram: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320512-FC70-2719-475E-15E05123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821" y="0"/>
            <a:ext cx="7310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84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68A7-99C3-8A0F-FB9E-7886DC0E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4EB3-2FBD-9D2D-E599-0CE95F5F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11DEE-61F6-4E4E-8160-B859B703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067BB-A635-7ABA-B801-4D15C01572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" t="3564" r="3549" b="1197"/>
          <a:stretch>
            <a:fillRect/>
          </a:stretch>
        </p:blipFill>
        <p:spPr bwMode="auto">
          <a:xfrm>
            <a:off x="4514181" y="0"/>
            <a:ext cx="2636127" cy="682646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673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84BF-3692-EEC8-F2CB-5CA516E6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A347-BAAB-3DD2-9215-982F9BD8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69D782-1D09-AF1A-E108-55CED714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8F553-5CE3-C574-E197-19827326D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688" y="0"/>
            <a:ext cx="505584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374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2918-26F2-68FF-0476-4FE76178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CD49-81C3-426E-C333-BC2A669C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4C09E-18BD-C733-5406-3423651E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7CECF-43E7-842E-4E36-46033794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" t="5119" r="3015" b="846"/>
          <a:stretch>
            <a:fillRect/>
          </a:stretch>
        </p:blipFill>
        <p:spPr bwMode="auto">
          <a:xfrm>
            <a:off x="4485181" y="0"/>
            <a:ext cx="4104341" cy="68470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157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FBE3-B8E6-3D34-E917-11D7F32C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F81-75EF-5D50-F923-21EC41FC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14759-A4C4-BE41-FFC7-53F9F9A2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E531C-21A6-3704-FBA5-9A3041D8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91" y="2224881"/>
            <a:ext cx="7178643" cy="46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78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949" y="-352168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E4B716-5E88-722F-FEE9-2BCDCA72F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677977"/>
              </p:ext>
            </p:extLst>
          </p:nvPr>
        </p:nvGraphicFramePr>
        <p:xfrm>
          <a:off x="1001949" y="550607"/>
          <a:ext cx="10989423" cy="63481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008">
                  <a:extLst>
                    <a:ext uri="{9D8B030D-6E8A-4147-A177-3AD203B41FA5}">
                      <a16:colId xmlns:a16="http://schemas.microsoft.com/office/drawing/2014/main" val="2887231879"/>
                    </a:ext>
                  </a:extLst>
                </a:gridCol>
                <a:gridCol w="5732991">
                  <a:extLst>
                    <a:ext uri="{9D8B030D-6E8A-4147-A177-3AD203B41FA5}">
                      <a16:colId xmlns:a16="http://schemas.microsoft.com/office/drawing/2014/main" val="3954113466"/>
                    </a:ext>
                  </a:extLst>
                </a:gridCol>
                <a:gridCol w="1364176">
                  <a:extLst>
                    <a:ext uri="{9D8B030D-6E8A-4147-A177-3AD203B41FA5}">
                      <a16:colId xmlns:a16="http://schemas.microsoft.com/office/drawing/2014/main" val="4065323800"/>
                    </a:ext>
                  </a:extLst>
                </a:gridCol>
                <a:gridCol w="1485052">
                  <a:extLst>
                    <a:ext uri="{9D8B030D-6E8A-4147-A177-3AD203B41FA5}">
                      <a16:colId xmlns:a16="http://schemas.microsoft.com/office/drawing/2014/main" val="1598175862"/>
                    </a:ext>
                  </a:extLst>
                </a:gridCol>
                <a:gridCol w="1623196">
                  <a:extLst>
                    <a:ext uri="{9D8B030D-6E8A-4147-A177-3AD203B41FA5}">
                      <a16:colId xmlns:a16="http://schemas.microsoft.com/office/drawing/2014/main" val="1543798223"/>
                    </a:ext>
                  </a:extLst>
                </a:gridCol>
              </a:tblGrid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Title Defense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36282104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Topic Brainstorming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9845763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Topic Decision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104105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Presentation Preparation and Division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28-Apr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29-Apr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1598270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Proposal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4490964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Literature Review and Figma Designing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8353790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UML Diagrams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6431059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Backlog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07-May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07-May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64636394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Preparation of Documentation and Presentation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09-May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3708036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Mid-Term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8816938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Correction of Diagrams and Project Work 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95457196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Gantt chart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635130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Project Implementation Start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31255697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Database Definition and Login/Signup Page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0896613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User Dashboard and Admin Dashboard redirection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23-May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9371993"/>
                  </a:ext>
                </a:extLst>
              </a:tr>
              <a:tr h="3299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 Menu creation (For users) and Admin custom menu for daily "Today's special" unique menu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8378324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Order POST Logic and display order on admin side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29-May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417310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Testing and Test Case Creation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4521522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Documentation Correction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84674709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Documentation for Mid-Term Defense Creation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05-Jun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08-Jun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08198754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Presentation Preparation and Division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3921938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Final Project Implementation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18946370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Menu and Daily Stock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15-Jun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19-Jun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0786974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Reservation and One-Click Pre-order Module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24-Jun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900555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 History and Reservation Cancellation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25-Jun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27-Jun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6270999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Order Slot and Timing Schedule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29-Jun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03-Jul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70580697"/>
                  </a:ext>
                </a:extLst>
              </a:tr>
              <a:tr h="1724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Balance Recharge and Transaction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04-Jul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08-Jul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270088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Reservation Finalization and Automatic Stock Deduction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09-Jul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13-Jul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06182568"/>
                  </a:ext>
                </a:extLst>
              </a:tr>
              <a:tr h="2561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Kitchen Report and Order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14-Jul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18-Jul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703783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Admin Menu Editing and Menu Availability Management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20-Jul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22-Jul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7795001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System Integration and Bug Fixing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23-Jul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27-Jul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3064482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System Testing and Test Case Finalization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28-Jul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29-Jul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96696537"/>
                  </a:ext>
                </a:extLst>
              </a:tr>
              <a:tr h="3160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Documentation and Final Report Preparation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30-Jul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31-Jul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44591366"/>
                  </a:ext>
                </a:extLst>
              </a:tr>
              <a:tr h="1713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4.12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Final Presentation Preparation and Project Demonstration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01-Aug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01-Aug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321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A1FD-C330-0018-F68E-8D98153F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B957FC-1545-04AF-B308-934418703E5B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Register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BF418-8D4A-33C1-8049-A2DF0ED85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00" y="972199"/>
            <a:ext cx="7767346" cy="56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5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6BB2-5BBD-2A9C-4A48-C219D939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8F66-587B-86FC-2FBD-2942CE1C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FD8D92-7BB0-BD7A-E270-30CC76202753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Login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FD845-B530-889F-A659-524507E0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3" y="1044936"/>
            <a:ext cx="9160034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11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403CD-1D11-26F1-0A09-28D672340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7548-A4BB-E3E3-7C5A-59628D73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F6E9B8-43D5-56EF-FDE9-D1FCF82F60A3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Login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781C5-5BFA-AC79-EDE9-FB542F12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3" y="1044936"/>
            <a:ext cx="9160034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39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DA97-59E4-D9C6-AC5F-B8F87037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A784-42AB-F2AD-32B5-3F784DAC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72039A-2E98-0DE6-17C2-9D7C084A0982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FC811-EF0B-7092-F383-BBC3AE75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415"/>
            <a:ext cx="12192000" cy="48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0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CF0A-F2F0-801E-A7C1-B4AAA813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5291-CC06-BE83-2CAD-C0F1C482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E8C758-E499-5D91-8079-B9189CEC1D4E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– Track Live Orders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0431B-5711-BAB8-EE07-1DC51C3E1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415"/>
            <a:ext cx="12192000" cy="48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27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7A3E-E4CA-FD75-75DE-3FAB7065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807C-7C99-8C3E-3EE3-FA157CA0E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BF6DC4-C7F3-DDCC-5488-C13550A4E92B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– Menu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6D32B-8AB3-7B11-521F-69EEA1A75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955"/>
            <a:ext cx="12192000" cy="363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06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F24D3-EB25-A15E-1893-254C54CB0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F1A56-5F1D-72E1-FBCA-C1ECC84E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AD75E1-D36B-FF50-AD8C-A2419BC0BA87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– Timing Schedules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FDE65-745B-347D-5295-926C48B7E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8054"/>
            <a:ext cx="12192000" cy="36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7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E07E-950D-4C65-62D2-DD7E30F6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09BC-79A7-4C57-9D30-C7743AB2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FBCB69-EFD7-8E8E-886C-9C4C212E7642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– Manage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64452-9D6A-658F-802C-514A3054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000"/>
            <a:ext cx="12192000" cy="37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68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9BC0-B0F7-180A-9F3A-5E7C12BBE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40C0-7B08-AABF-F4B1-142174A3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373599-2E78-6737-A211-C45384D2613B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Admin – Kitchen Report 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A581BD-E54A-32BE-CD13-470D35F3D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256"/>
            <a:ext cx="12192000" cy="353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06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807E-6480-4E28-5EDA-2E3DDDB8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A816-3243-8F62-08ED-3C511BB2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C4F3C1-4B01-400A-8816-000287EAFB97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User –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41C69-72C3-CA5A-1A2A-35B1AFBD7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1181"/>
            <a:ext cx="12192000" cy="415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58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CEB1-DA80-323E-4C0C-6FBD8654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C529-F62C-9C43-4FC6-CED39B55A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2FE685-C6F0-89BA-506A-F1A3F9352620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User – Menu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FAD9D-642B-1DC5-77DC-A6EEB72F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370"/>
            <a:ext cx="12192000" cy="489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42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8129-9709-5D37-D5DC-A44E57A4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793E-7903-7A79-C600-CA2B5398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675633-D033-5609-4340-F439CE717570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User – Cart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00006-3891-95EC-A9FE-F2EF21E2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858"/>
            <a:ext cx="12192000" cy="500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44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A019-53AB-691B-B8E5-098E3C0E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CB9C-74E1-5DE6-F07B-ADA3B329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5202AF-30AA-86A9-A66A-46223A4508FF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User – My Orders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1F4CE-E7E2-7E61-EBC1-18046154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683"/>
            <a:ext cx="12192000" cy="47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46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C1DC-87B8-CB8B-CB83-4496E7D2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DFC7-F1C7-90C0-27E6-DB5F1F56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517"/>
            <a:ext cx="10515600" cy="706582"/>
          </a:xfrm>
        </p:spPr>
        <p:txBody>
          <a:bodyPr/>
          <a:lstStyle/>
          <a:p>
            <a:r>
              <a:rPr lang="en-US" dirty="0"/>
              <a:t>Screenshots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B76CFB-32BA-D81C-4176-99EAC6CBDA5C}"/>
              </a:ext>
            </a:extLst>
          </p:cNvPr>
          <p:cNvSpPr txBox="1">
            <a:spLocks/>
          </p:cNvSpPr>
          <p:nvPr/>
        </p:nvSpPr>
        <p:spPr>
          <a:xfrm>
            <a:off x="0" y="488373"/>
            <a:ext cx="10515600" cy="556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User – Recharge balance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8B79C-7F16-F53B-AC9C-F1B9422F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726"/>
            <a:ext cx="12192000" cy="39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82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Mobile Application Integration</a:t>
            </a:r>
            <a:br>
              <a:rPr lang="en-US" dirty="0"/>
            </a:br>
            <a:r>
              <a:rPr lang="en-US" dirty="0"/>
              <a:t>Develop a mobile app (using React Native) to allow users to report issues instantly with push notifications and location-based services.</a:t>
            </a:r>
          </a:p>
          <a:p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</a:t>
            </a:r>
            <a:r>
              <a:rPr lang="en-GB" b="1" dirty="0"/>
              <a:t>Feedback and Rating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Allow students to rate food and services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/>
              <a:t>Help improve canteen quality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881</Words>
  <Application>Microsoft Office PowerPoint</Application>
  <PresentationFormat>Widescreen</PresentationFormat>
  <Paragraphs>266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Office Theme</vt:lpstr>
      <vt:lpstr>Mid Defense</vt:lpstr>
      <vt:lpstr>Introduction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PowerPoint Presentation</vt:lpstr>
      <vt:lpstr>PowerPoint Presentation</vt:lpstr>
      <vt:lpstr>Methodology</vt:lpstr>
      <vt:lpstr>UML Diagrams</vt:lpstr>
      <vt:lpstr>UML Diagrams</vt:lpstr>
      <vt:lpstr>UML Diagrams</vt:lpstr>
      <vt:lpstr>UML Diagrams</vt:lpstr>
      <vt:lpstr>UML Diagrams</vt:lpstr>
      <vt:lpstr>Timeline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Screenshots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Lumi 26710</cp:lastModifiedBy>
  <cp:revision>24</cp:revision>
  <dcterms:created xsi:type="dcterms:W3CDTF">2026-04-26T13:28:00Z</dcterms:created>
  <dcterms:modified xsi:type="dcterms:W3CDTF">2026-08-12T15:08:27Z</dcterms:modified>
</cp:coreProperties>
</file>