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6" r:id="rId10"/>
    <p:sldId id="267" r:id="rId11"/>
    <p:sldId id="263" r:id="rId12"/>
    <p:sldId id="272" r:id="rId13"/>
    <p:sldId id="268" r:id="rId14"/>
    <p:sldId id="269" r:id="rId15"/>
    <p:sldId id="270" r:id="rId16"/>
    <p:sldId id="271" r:id="rId17"/>
    <p:sldId id="264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3A5F-48CA-AA58-8DFE-6D8B3C9FE1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75AF7-AC57-949B-748E-956FE15B5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E9002-D33E-C545-55FC-034E572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C912-2FFD-E6B2-547B-951D66CB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1BF5-6B9E-9910-BCF0-89716C8AF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734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6E09-E55C-DD56-B644-F4D04A30B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DFED-46EE-6EB5-D752-CBD44F672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3F0D9-E14F-F542-DC60-DB3F424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419B0-E57B-060E-D232-13C0D5D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8A02A-AC4E-4A1D-33F7-5034AA39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5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09803-147D-2F61-DB39-4A484838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CE88-867E-E515-F66C-03A981A0C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2CCD4-75AA-E993-06E9-CDB702D7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BC3A1-BFB0-EDBC-4EB6-D23E346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84020-4655-2D32-BCE5-16F5D027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2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6EB33-B845-FA58-7084-C155C873A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85E48-5486-EA93-2FA5-3367C3314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F1B95-5188-94BF-7BC1-2A3151F2B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F0DC5-C2F0-406D-7BA0-53E44E7C1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20DE-C055-215B-4F90-271358C42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18774D-69C4-A7BC-852F-BECB8DE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5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A344-A97D-F579-654D-8C7127F2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250B1-E7E5-5116-8AA7-52F42D4C7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D173A-214D-C59B-CAFB-F365C940B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E9BA6-77C8-5F48-60E9-8F6D5C55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336823-B189-B0B6-0877-5B058CD437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A9874A-ABB6-2FD6-7ADB-54EC8096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81E7D-35EF-E403-25AD-55B26EFE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21557-AAD1-400B-8C4E-CDBFA862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61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593F-2640-B41A-DF94-DE513803D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1817-7914-9932-BA3A-41DE761F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F46AF-FC94-39B8-BEFC-90BCFC5D7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503A1-EBEB-F5F7-17CC-349209F4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3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D2D3E-28D4-96E2-C446-BD0F25B5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79E80-ABCD-F35F-A8A5-A24E6E17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E7023A-DFE9-2E94-FF6B-30CD8CC1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34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7893-78F4-28C6-8FC2-0DF8948A4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2D4C0-4918-1E76-EB98-0BE37B5E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FFFE-9C50-CCF2-5F98-20820041F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55D01-678F-40FC-6699-4428E8AB2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0CD96-A16B-0ED6-35CC-97370BD6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BF46D-61DD-0BCA-04F8-DEAB7267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9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5970-BD57-0C29-DE70-70F04EC5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1F47E-9702-098B-BB9F-C18A0C1AF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277D0-B54A-0BB0-CA4D-1CF69B83D6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2794A-A825-8E20-4FC4-DB726CA0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25C10-AA95-C01F-6CDF-CBCFFDC58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80423-C664-1AC2-3E8F-13736679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72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BA8B6-A31B-45B8-4CB0-AB16A8D47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1FCE1-5536-5913-9226-E77538CE0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D13DA-681D-64FE-A5CD-ACEA6E47E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1DE6-A386-28AD-2F94-E5B156F83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DC028-6D85-99E3-2FE1-7CBD52D1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829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7BB26-FE0F-8723-3975-B8C44F3CB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0F06F-4327-FABF-F654-AB05E7D98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12A56-845B-E7A9-4645-E89CDEC9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B6BC2-B80C-127F-B905-901EB4C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A3420-EAC1-C687-DC09-B905A7DFE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1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F0052-5FB7-98B8-F511-9FFC245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177CD-8948-D4AC-DE0B-536C1E5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C759D-1265-BB2B-5F8B-95A5024ADD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1AD79C-955D-496E-B1A6-D3F877A4C76A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2AC43-391C-425C-21CA-507DF18042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BD835-23E1-6D92-852B-5C36AB79D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90A0-6E91-4547-87AA-8C0F11F7D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4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ZrQk9EO0Lxj30Nz10QgLUC/Untitled?node-id=0-1&amp;t=lbZWItHdXDabH4Mh-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A47F-C5B9-1228-FAD8-958DDFBB7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137"/>
            <a:ext cx="9144000" cy="2387600"/>
          </a:xfrm>
        </p:spPr>
        <p:txBody>
          <a:bodyPr/>
          <a:lstStyle/>
          <a:p>
            <a:r>
              <a:rPr lang="en-US" dirty="0"/>
              <a:t>Mid Defense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33974-4EE0-6F8A-82C1-B5B3EB8C9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967" y="4090219"/>
            <a:ext cx="4365523" cy="253426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600" b="1" dirty="0"/>
              <a:t>Group Members:</a:t>
            </a:r>
          </a:p>
          <a:p>
            <a:pPr algn="l"/>
            <a:br>
              <a:rPr lang="en-US" dirty="0"/>
            </a:br>
            <a:r>
              <a:rPr lang="en-US" dirty="0"/>
              <a:t>Shulabh Shrestha</a:t>
            </a:r>
          </a:p>
          <a:p>
            <a:pPr algn="l"/>
            <a:r>
              <a:rPr lang="en-US" dirty="0"/>
              <a:t>Raja Mandal</a:t>
            </a:r>
          </a:p>
          <a:p>
            <a:pPr algn="l"/>
            <a:r>
              <a:rPr lang="en-US" dirty="0" err="1"/>
              <a:t>Aaishwarya</a:t>
            </a:r>
            <a:r>
              <a:rPr lang="en-US" dirty="0"/>
              <a:t> Prashant</a:t>
            </a:r>
          </a:p>
          <a:p>
            <a:pPr algn="l"/>
            <a:r>
              <a:rPr lang="en-US" dirty="0" err="1"/>
              <a:t>Saistha</a:t>
            </a:r>
            <a:r>
              <a:rPr lang="en-US" dirty="0"/>
              <a:t> Pradhan</a:t>
            </a:r>
          </a:p>
          <a:p>
            <a:pPr algn="l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B37F1-3E1F-9E35-48DB-0DE76FE50631}"/>
              </a:ext>
            </a:extLst>
          </p:cNvPr>
          <p:cNvSpPr txBox="1">
            <a:spLocks/>
          </p:cNvSpPr>
          <p:nvPr/>
        </p:nvSpPr>
        <p:spPr>
          <a:xfrm>
            <a:off x="1318098" y="2412152"/>
            <a:ext cx="9555804" cy="168534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Project Title: Canteen Pre-booking System</a:t>
            </a:r>
          </a:p>
          <a:p>
            <a:r>
              <a:rPr lang="en-US" sz="4000" dirty="0"/>
              <a:t>(Click2Eat)</a:t>
            </a:r>
          </a:p>
          <a:p>
            <a:r>
              <a:rPr lang="en-US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842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839" y="356260"/>
            <a:ext cx="4520540" cy="1028020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76527" y="1871737"/>
            <a:ext cx="1169355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 web-based system that lets students browse categorized food items, view “Today’s Special,” and place quick one-click orders.</a:t>
            </a:r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Provides real-time order tracking (pending, preparing, ready, cancelled) and reduces </a:t>
            </a:r>
            <a:r>
              <a:rPr lang="en-US" altLang="en-US" sz="2800"/>
              <a:t>waiting time.</a:t>
            </a:r>
            <a:endParaRPr lang="en-US" altLang="en-US" sz="2800" dirty="0"/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/>
              <a:t>Admin can manage menu, mark items as sold out, and update order status, while payment is done physically at the canteen.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28544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779-889E-71A5-B659-F36F6FE9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9F9A-B7A1-FB66-68A6-DE8A50738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7753" cy="4351338"/>
          </a:xfrm>
        </p:spPr>
        <p:txBody>
          <a:bodyPr/>
          <a:lstStyle/>
          <a:p>
            <a:pPr lvl="0"/>
            <a:r>
              <a:rPr lang="en-US" dirty="0"/>
              <a:t>To enable quick and easy pre-ordering of food for students</a:t>
            </a:r>
          </a:p>
          <a:p>
            <a:pPr lvl="0"/>
            <a:r>
              <a:rPr lang="en-US" dirty="0"/>
              <a:t>To enable admins to manage menu items, food availability, and real-time order processing</a:t>
            </a:r>
          </a:p>
          <a:p>
            <a:pPr lvl="0"/>
            <a:r>
              <a:rPr lang="en-US" dirty="0"/>
              <a:t>To provide clear tracking of order status</a:t>
            </a:r>
          </a:p>
        </p:txBody>
      </p:sp>
    </p:spTree>
    <p:extLst>
      <p:ext uri="{BB962C8B-B14F-4D97-AF65-F5344CB8AC3E}">
        <p14:creationId xmlns:p14="http://schemas.microsoft.com/office/powerpoint/2010/main" val="32340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034E-DA00-24F8-AC0B-3C32EF6F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F8A779-03D6-C3E6-AE1F-A99C880BD3D9}"/>
              </a:ext>
            </a:extLst>
          </p:cNvPr>
          <p:cNvSpPr>
            <a:spLocks noGrp="1"/>
          </p:cNvSpPr>
          <p:nvPr/>
        </p:nvSpPr>
        <p:spPr>
          <a:xfrm>
            <a:off x="747269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Digital menu with admin-controlled “Today’s special”</a:t>
            </a:r>
          </a:p>
          <a:p>
            <a:pPr lvl="0"/>
            <a:r>
              <a:rPr lang="en-US" dirty="0"/>
              <a:t>One click ordering system with confirmation or undo and real time order status tracking</a:t>
            </a:r>
          </a:p>
          <a:p>
            <a:pPr lvl="0"/>
            <a:r>
              <a:rPr lang="en-US" dirty="0"/>
              <a:t>Admin dashboard to manage orders, mark items as sold out and update “Paid and collected”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535-852B-F14E-5C88-CC0162733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FE9F-8B36-27AA-33A9-245AB2714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Technical Feasibility: Easily developed using basic web technologies with no complex requirements.</a:t>
            </a:r>
          </a:p>
          <a:p>
            <a:endParaRPr lang="en-US" dirty="0"/>
          </a:p>
          <a:p>
            <a:r>
              <a:rPr lang="en-US" dirty="0"/>
              <a:t>Operational Feasibility: Simple for students and staff to use, improving canteen workflow.</a:t>
            </a:r>
          </a:p>
          <a:p>
            <a:endParaRPr lang="en-US" dirty="0"/>
          </a:p>
          <a:p>
            <a:r>
              <a:rPr lang="en-US" dirty="0"/>
              <a:t>Economic Feasibility: Low-cost or open source system with high efficiency benefits.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64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5328D-0F95-27E5-714E-9CA8D61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76451-8CEF-ABB3-6939-BDEB145E0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 and GitHub for collaborations and backlog</a:t>
            </a:r>
          </a:p>
          <a:p>
            <a:r>
              <a:rPr lang="en-US" dirty="0"/>
              <a:t>Draw.io for making UML Diagrams</a:t>
            </a:r>
          </a:p>
          <a:p>
            <a:r>
              <a:rPr lang="en-US" dirty="0"/>
              <a:t>PHP will be our primary programming language(</a:t>
            </a:r>
            <a:r>
              <a:rPr lang="en-US" dirty="0" err="1"/>
              <a:t>Front&amp;Backend</a:t>
            </a:r>
            <a:r>
              <a:rPr lang="en-US" dirty="0"/>
              <a:t>)</a:t>
            </a:r>
          </a:p>
          <a:p>
            <a:r>
              <a:rPr lang="en-US" dirty="0"/>
              <a:t>Figma for website structure and interaction simulation (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48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7FB00-0185-DE6C-4316-2A12B655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B90FA-9437-A0B6-5B8A-D47CC59D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able to pre-order to avoid long waiting queues</a:t>
            </a:r>
          </a:p>
          <a:p>
            <a:r>
              <a:rPr lang="en-US" dirty="0"/>
              <a:t>Real-time order tracking helps staff prepare only what’s needed. </a:t>
            </a:r>
          </a:p>
          <a:p>
            <a:r>
              <a:rPr lang="en-US" dirty="0"/>
              <a:t>Improved inventory control with “Sold out” system.</a:t>
            </a:r>
          </a:p>
        </p:txBody>
      </p:sp>
    </p:spTree>
    <p:extLst>
      <p:ext uri="{BB962C8B-B14F-4D97-AF65-F5344CB8AC3E}">
        <p14:creationId xmlns:p14="http://schemas.microsoft.com/office/powerpoint/2010/main" val="120854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F964-72D7-5B6B-4ED4-19C2F3B0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0470-0538-8DCA-720F-BA2DF22D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1. QR-Based Canteen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G. K.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Uses QR code to access menu and place orders, reducing waiting time.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Requires QR setup and lacks real-time tracking and simple usability.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743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D3D7-DF15-F9B7-ED65-DA0F6A6A2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298A0-D873-681D-BDD4-43D535CDF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2. Android-Based Canteen Ordering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S. N. Patil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Mobile app for ordering food, helps reduce queue during peak time.</a:t>
            </a:r>
            <a:br>
              <a:rPr lang="en-GB" dirty="0"/>
            </a:br>
            <a:r>
              <a:rPr lang="en-GB" b="1" dirty="0"/>
              <a:t>Knowledge</a:t>
            </a:r>
            <a:r>
              <a:rPr lang="en-GB" dirty="0"/>
              <a:t> </a:t>
            </a:r>
            <a:r>
              <a:rPr lang="en-GB" b="1" dirty="0"/>
              <a:t>Gap:</a:t>
            </a:r>
            <a:r>
              <a:rPr lang="en-GB" dirty="0"/>
              <a:t> Requires app installation and not accessible for all users.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1270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7D9F4-8446-91C5-9998-1752CF2E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CD0ED-F64D-8125-B8BA-46DB57C44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3. Smart Canteen Management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Authors:</a:t>
            </a:r>
            <a:r>
              <a:rPr lang="en-GB" dirty="0"/>
              <a:t> R. K. Sharma et al.</a:t>
            </a:r>
            <a:br>
              <a:rPr lang="en-GB" dirty="0"/>
            </a:br>
            <a:r>
              <a:rPr lang="en-GB" b="1" dirty="0"/>
              <a:t>Summary:</a:t>
            </a:r>
            <a:r>
              <a:rPr lang="en-GB" dirty="0"/>
              <a:t> Provides digital ordering and management features.</a:t>
            </a:r>
            <a:br>
              <a:rPr lang="en-GB" dirty="0"/>
            </a:br>
            <a:r>
              <a:rPr lang="en-GB" b="1" dirty="0"/>
              <a:t>Knowledge Gap:</a:t>
            </a:r>
            <a:r>
              <a:rPr lang="en-GB" dirty="0"/>
              <a:t> Complex system, focuses on online payment rather than simple solutions.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587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829B-774C-2F14-F183-A7E7744E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7CBCD-F261-8895-8987-96F4AD915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proposed Canteen Pre-booking System is developed using the </a:t>
            </a:r>
            <a:r>
              <a:rPr lang="en-GB" b="1" dirty="0"/>
              <a:t>Waterfall Model</a:t>
            </a:r>
            <a:r>
              <a:rPr lang="en-GB" dirty="0"/>
              <a:t>, where each phase is completed step-by-step in a sequential manner.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Requirement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System Design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Testing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Deployment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Maintenance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207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AF57F-5AB8-1F1C-7F45-AD84F81B0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C3715-1FAD-3DCD-3DDD-00136B6D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499A08-F5DE-3F63-E98F-BB3E83821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Diagram: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6320512-FC70-2719-475E-15E051235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821" y="0"/>
            <a:ext cx="7310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1842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68A7-99C3-8A0F-FB9E-7886DC0E9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4EB3-2FBD-9D2D-E599-0CE95F5F8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11DEE-61F6-4E4E-8160-B859B703C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Diagram: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9067BB-A635-7ABA-B801-4D15C01572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7" t="3564" r="3549" b="1197"/>
          <a:stretch>
            <a:fillRect/>
          </a:stretch>
        </p:blipFill>
        <p:spPr bwMode="auto">
          <a:xfrm>
            <a:off x="4514181" y="0"/>
            <a:ext cx="2636127" cy="682646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0673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184BF-3692-EEC8-F2CB-5CA516E6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A347-BAAB-3DD2-9215-982F9BD8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69D782-1D09-AF1A-E108-55CED7147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8F553-5CE3-C574-E197-19827326D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688" y="0"/>
            <a:ext cx="5055847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0374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F2918-26F2-68FF-0476-4FE76178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1CD49-81C3-426E-C333-BC2A669C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4C09E-18BD-C733-5406-3423651E3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97CECF-43E7-842E-4E36-46033794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" t="5119" r="3015" b="846"/>
          <a:stretch>
            <a:fillRect/>
          </a:stretch>
        </p:blipFill>
        <p:spPr bwMode="auto">
          <a:xfrm>
            <a:off x="4485181" y="0"/>
            <a:ext cx="4104341" cy="684704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41573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DFBE3-B8E6-3D34-E917-11D7F32C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AF81-75EF-5D50-F923-21EC41FC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Diagrams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214759-A4C4-BE41-FFC7-53F9F9A27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 Diagram: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E531C-21A6-3704-FBA5-9A3041D82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91" y="2224881"/>
            <a:ext cx="7178643" cy="46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778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F919-6305-497F-BA8F-7A1923A8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026" y="129151"/>
            <a:ext cx="10515600" cy="1325563"/>
          </a:xfrm>
        </p:spPr>
        <p:txBody>
          <a:bodyPr/>
          <a:lstStyle/>
          <a:p>
            <a:r>
              <a:rPr lang="en-US" dirty="0"/>
              <a:t>Timeline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9E4B716-5E88-722F-FEE9-2BCDCA72F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3838800"/>
              </p:ext>
            </p:extLst>
          </p:nvPr>
        </p:nvGraphicFramePr>
        <p:xfrm>
          <a:off x="1001949" y="1040860"/>
          <a:ext cx="10700425" cy="55836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788">
                  <a:extLst>
                    <a:ext uri="{9D8B030D-6E8A-4147-A177-3AD203B41FA5}">
                      <a16:colId xmlns:a16="http://schemas.microsoft.com/office/drawing/2014/main" val="2887231879"/>
                    </a:ext>
                  </a:extLst>
                </a:gridCol>
                <a:gridCol w="5559532">
                  <a:extLst>
                    <a:ext uri="{9D8B030D-6E8A-4147-A177-3AD203B41FA5}">
                      <a16:colId xmlns:a16="http://schemas.microsoft.com/office/drawing/2014/main" val="3954113466"/>
                    </a:ext>
                  </a:extLst>
                </a:gridCol>
                <a:gridCol w="1322901">
                  <a:extLst>
                    <a:ext uri="{9D8B030D-6E8A-4147-A177-3AD203B41FA5}">
                      <a16:colId xmlns:a16="http://schemas.microsoft.com/office/drawing/2014/main" val="4065323800"/>
                    </a:ext>
                  </a:extLst>
                </a:gridCol>
                <a:gridCol w="1440120">
                  <a:extLst>
                    <a:ext uri="{9D8B030D-6E8A-4147-A177-3AD203B41FA5}">
                      <a16:colId xmlns:a16="http://schemas.microsoft.com/office/drawing/2014/main" val="1598175862"/>
                    </a:ext>
                  </a:extLst>
                </a:gridCol>
                <a:gridCol w="1574084">
                  <a:extLst>
                    <a:ext uri="{9D8B030D-6E8A-4147-A177-3AD203B41FA5}">
                      <a16:colId xmlns:a16="http://schemas.microsoft.com/office/drawing/2014/main" val="1543798223"/>
                    </a:ext>
                  </a:extLst>
                </a:gridCol>
              </a:tblGrid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Task Id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Task Name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Start 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End Date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Duration(Days)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8210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Title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782" marR="7087" marT="7087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896613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Topic Brainstorming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71993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Topic Decision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27-Apr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37832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Presentation Preparation and Division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29-Apr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17310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Proposal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1522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Literature Review and Figma Designing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30-Apr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674709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UML Diagrams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03-May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19875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Backlog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07-May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07-May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921938"/>
                  </a:ext>
                </a:extLst>
              </a:tr>
              <a:tr h="2273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Preparation of Documentation and Presentation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08-May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09-May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946370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Mid-Term Defense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786974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Correction of Diagrams and Project Work 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15-May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00555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Gantt chart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270999"/>
                  </a:ext>
                </a:extLst>
              </a:tr>
              <a:tr h="2637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3.3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Project Implementation </a:t>
                      </a: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Start</a:t>
                      </a: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80697"/>
                  </a:ext>
                </a:extLst>
              </a:tr>
              <a:tr h="3182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Database Definition and Login/Signup Page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22-May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70088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User Dashboard and Admin Dashboard redirection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23-May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24-May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182568"/>
                  </a:ext>
                </a:extLst>
              </a:tr>
              <a:tr h="4728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Order Menu creation(For users) and Admin custom menu for daily "Today's special" unique menu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26-May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037831"/>
                  </a:ext>
                </a:extLst>
              </a:tr>
              <a:tr h="2819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Order POST Logic and display order on admin side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28-May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29-May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795001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Testing and Test Case Creation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30-May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64482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Documentation Correction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04-Jun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696537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Documentation for Mid-Term Defense Creation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05-Jun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08-Jun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591366"/>
                  </a:ext>
                </a:extLst>
              </a:tr>
              <a:tr h="2364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3.7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Presentation Preparation and Division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782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13-Jun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087" marR="7087" marT="708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212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9685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2159-23F0-59CC-A198-1C078EA5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300CD-4AF5-9172-CD2E-FFDB8DD2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Mobile Application Integration</a:t>
            </a:r>
            <a:br>
              <a:rPr lang="en-US" dirty="0"/>
            </a:br>
            <a:r>
              <a:rPr lang="en-US" dirty="0"/>
              <a:t>Develop a mobile app (using React Native) to allow users to report issues instantly with push notifications and location-based services.</a:t>
            </a:r>
          </a:p>
          <a:p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• </a:t>
            </a:r>
            <a:r>
              <a:rPr lang="en-GB" b="1" dirty="0"/>
              <a:t>Feedback and Rating System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Allow students to rate food and services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/>
              <a:t>Help improve canteen quality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2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711</Words>
  <Application>Microsoft Office PowerPoint</Application>
  <PresentationFormat>Widescreen</PresentationFormat>
  <Paragraphs>178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Aptos Narrow</vt:lpstr>
      <vt:lpstr>Arial</vt:lpstr>
      <vt:lpstr>Times New Roman</vt:lpstr>
      <vt:lpstr>Office Theme</vt:lpstr>
      <vt:lpstr>Mid Defense</vt:lpstr>
      <vt:lpstr>Introduction</vt:lpstr>
      <vt:lpstr>Objectives</vt:lpstr>
      <vt:lpstr>Scope</vt:lpstr>
      <vt:lpstr>Feasibility Study</vt:lpstr>
      <vt:lpstr>Tools and Techniques</vt:lpstr>
      <vt:lpstr>Expected Outcome</vt:lpstr>
      <vt:lpstr>Literature Review</vt:lpstr>
      <vt:lpstr>PowerPoint Presentation</vt:lpstr>
      <vt:lpstr>PowerPoint Presentation</vt:lpstr>
      <vt:lpstr>Methodology</vt:lpstr>
      <vt:lpstr>UML Diagrams</vt:lpstr>
      <vt:lpstr>UML Diagrams</vt:lpstr>
      <vt:lpstr>UML Diagrams</vt:lpstr>
      <vt:lpstr>UML Diagrams</vt:lpstr>
      <vt:lpstr>UML Diagrams</vt:lpstr>
      <vt:lpstr>Timeline</vt:lpstr>
      <vt:lpstr>Future Enhancements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Defense</dc:title>
  <dc:creator>Lumi 26710</dc:creator>
  <cp:lastModifiedBy>Lumi 26710</cp:lastModifiedBy>
  <cp:revision>22</cp:revision>
  <dcterms:created xsi:type="dcterms:W3CDTF">2026-04-26T13:28:00Z</dcterms:created>
  <dcterms:modified xsi:type="dcterms:W3CDTF">2026-06-13T11:35:46Z</dcterms:modified>
</cp:coreProperties>
</file>