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57" r:id="rId4"/>
    <p:sldId id="258" r:id="rId5"/>
    <p:sldId id="259" r:id="rId6"/>
    <p:sldId id="260" r:id="rId7"/>
    <p:sldId id="261" r:id="rId8"/>
    <p:sldId id="262" r:id="rId9"/>
    <p:sldId id="266" r:id="rId10"/>
    <p:sldId id="267" r:id="rId11"/>
    <p:sldId id="263" r:id="rId12"/>
    <p:sldId id="272" r:id="rId13"/>
    <p:sldId id="268" r:id="rId14"/>
    <p:sldId id="269" r:id="rId15"/>
    <p:sldId id="270" r:id="rId16"/>
    <p:sldId id="271" r:id="rId17"/>
    <p:sldId id="264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6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22" autoAdjust="0"/>
    <p:restoredTop sz="90196" autoAdjust="0"/>
  </p:normalViewPr>
  <p:slideViewPr>
    <p:cSldViewPr snapToGrid="0">
      <p:cViewPr varScale="1">
        <p:scale>
          <a:sx n="74" d="100"/>
          <a:sy n="74" d="100"/>
        </p:scale>
        <p:origin x="68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3A5F-48CA-AA58-8DFE-6D8B3C9FE1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675AF7-AC57-949B-748E-956FE15B5D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9002-D33E-C545-55FC-034E57232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FC912-2FFD-E6B2-547B-951D66CB3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41BF5-6B9E-9910-BCF0-89716C8AF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734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86E09-E55C-DD56-B644-F4D04A30B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8DFED-46EE-6EB5-D752-CBD44F672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3F0D9-E14F-F542-DC60-DB3F4246E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419B0-E57B-060E-D232-13C0D5D9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8A02A-AC4E-4A1D-33F7-5034AA39F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155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09803-147D-2F61-DB39-4A484838D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6ACE88-867E-E515-F66C-03A981A0C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2CCD4-75AA-E993-06E9-CDB702D74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BC3A1-BFB0-EDBC-4EB6-D23E346C1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84020-4655-2D32-BCE5-16F5D027F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420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B33-B845-FA58-7084-C155C873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85E48-5486-EA93-2FA5-3367C33147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7F1B95-5188-94BF-7BC1-2A3151F2B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F0DC5-C2F0-406D-7BA0-53E44E7C1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E920DE-C055-215B-4F90-271358C42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18774D-69C4-A7BC-852F-BECB8DE2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7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CA344-A97D-F579-654D-8C7127F28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250B1-E7E5-5116-8AA7-52F42D4C72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3D173A-214D-C59B-CAFB-F365C940BC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6E9BA6-77C8-5F48-60E9-8F6D5C5535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336823-B189-B0B6-0877-5B058CD437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A9874A-ABB6-2FD6-7ADB-54EC8096D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481E7D-35EF-E403-25AD-55B26EFEC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821557-AAD1-400B-8C4E-CDBFA8629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61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2593F-2640-B41A-DF94-DE513803D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051817-7914-9932-BA3A-41DE761F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AF46AF-FC94-39B8-BEFC-90BCFC5D7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3503A1-EBEB-F5F7-17CC-349209F4F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532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CD2D3E-28D4-96E2-C446-BD0F25B51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679E80-ABCD-F35F-A8A5-A24E6E173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E7023A-DFE9-2E94-FF6B-30CD8CC16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734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B7893-78F4-28C6-8FC2-0DF8948A4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2D4C0-4918-1E76-EB98-0BE37B5EB0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49FFFE-9C50-CCF2-5F98-20820041F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55D01-678F-40FC-6699-4428E8AB2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0CD96-A16B-0ED6-35CC-97370BD6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4BF46D-61DD-0BCA-04F8-DEAB7267E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89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5970-BD57-0C29-DE70-70F04EC58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1F47E-9702-098B-BB9F-C18A0C1AF6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D277D0-B54A-0BB0-CA4D-1CF69B83D6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E2794A-A825-8E20-4FC4-DB726CA0E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B25C10-AA95-C01F-6CDF-CBCFFDC58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380423-C664-1AC2-3E8F-137366795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672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BA8B6-A31B-45B8-4CB0-AB16A8D47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01FCE1-5536-5913-9226-E77538CE0B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D13DA-681D-64FE-A5CD-ACEA6E47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C1DE6-A386-28AD-2F94-E5B156F83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DC028-6D85-99E3-2FE1-7CBD52D11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29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7BB26-FE0F-8723-3975-B8C44F3CB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C0F06F-4327-FABF-F654-AB05E7D98E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812A56-845B-E7A9-4645-E89CDEC9F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B6BC2-B80C-127F-B905-901EB4C02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A3420-EAC1-C687-DC09-B905A7DFE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718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5F0052-5FB7-98B8-F511-9FFC245AC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0177CD-8948-D4AC-DE0B-536C1E53D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C759D-1265-BB2B-5F8B-95A5024ADD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1AD79C-955D-496E-B1A6-D3F877A4C76A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2AC43-391C-425C-21CA-507DF18042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BD835-23E1-6D92-852B-5C36AB79DC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9490A0-6E91-4547-87AA-8C0F11F7D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44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igma.com/design/ZrQk9EO0Lxj30Nz10QgLUC/Untitled?node-id=0-1&amp;t=lbZWItHdXDabH4Mh-1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A47F-C5B9-1228-FAD8-958DDFBB76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9137"/>
            <a:ext cx="9144000" cy="2387600"/>
          </a:xfrm>
        </p:spPr>
        <p:txBody>
          <a:bodyPr/>
          <a:lstStyle/>
          <a:p>
            <a:r>
              <a:rPr lang="en-US" dirty="0"/>
              <a:t>Mid Defense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33974-4EE0-6F8A-82C1-B5B3EB8C91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4967" y="4090219"/>
            <a:ext cx="4365523" cy="2534265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2600" b="1" dirty="0"/>
              <a:t>Group Members:</a:t>
            </a:r>
          </a:p>
          <a:p>
            <a:pPr algn="l"/>
            <a:br>
              <a:rPr lang="en-US" dirty="0"/>
            </a:br>
            <a:r>
              <a:rPr lang="en-US" dirty="0"/>
              <a:t>Shulabh Shrestha</a:t>
            </a:r>
          </a:p>
          <a:p>
            <a:pPr algn="l"/>
            <a:r>
              <a:rPr lang="en-US" dirty="0"/>
              <a:t>Raja Mandal</a:t>
            </a:r>
          </a:p>
          <a:p>
            <a:pPr algn="l"/>
            <a:r>
              <a:rPr lang="en-US" dirty="0" err="1"/>
              <a:t>Aaishwarya</a:t>
            </a:r>
            <a:r>
              <a:rPr lang="en-US" dirty="0"/>
              <a:t> Prashant</a:t>
            </a:r>
          </a:p>
          <a:p>
            <a:pPr algn="l"/>
            <a:r>
              <a:rPr lang="en-US" dirty="0" err="1"/>
              <a:t>Saistha</a:t>
            </a:r>
            <a:r>
              <a:rPr lang="en-US" dirty="0"/>
              <a:t> Pradhan</a:t>
            </a:r>
          </a:p>
          <a:p>
            <a:pPr algn="l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3B37F1-3E1F-9E35-48DB-0DE76FE50631}"/>
              </a:ext>
            </a:extLst>
          </p:cNvPr>
          <p:cNvSpPr txBox="1">
            <a:spLocks/>
          </p:cNvSpPr>
          <p:nvPr/>
        </p:nvSpPr>
        <p:spPr>
          <a:xfrm>
            <a:off x="1318098" y="2412152"/>
            <a:ext cx="9555804" cy="1685340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Project Title: Canteen Pre-booking System</a:t>
            </a:r>
          </a:p>
          <a:p>
            <a:r>
              <a:rPr lang="en-US" sz="4000" dirty="0"/>
              <a:t>(Click2Eat)</a:t>
            </a:r>
          </a:p>
          <a:p>
            <a:r>
              <a:rPr lang="en-US" sz="4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8429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839" y="356260"/>
            <a:ext cx="4520540" cy="1028020"/>
          </a:xfrm>
        </p:spPr>
        <p:txBody>
          <a:bodyPr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376527" y="1871737"/>
            <a:ext cx="11693553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/>
              <a:t>A web-based system that lets students browse categorized food items, view “Today’s Special,” and place quick one-click orders.</a:t>
            </a:r>
          </a:p>
          <a:p>
            <a:pPr marL="457200" lvl="0" indent="-45720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/>
              <a:t>Provides real-time order tracking (pending, preparing, ready, cancelled) and reduces </a:t>
            </a:r>
            <a:r>
              <a:rPr lang="en-US" altLang="en-US" sz="2800"/>
              <a:t>waiting time.</a:t>
            </a:r>
            <a:endParaRPr lang="en-US" altLang="en-US" sz="2800" dirty="0"/>
          </a:p>
          <a:p>
            <a:pPr marL="457200" lvl="0" indent="-45720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/>
              <a:t>Admin can manage menu, mark items as sold out, and update order status, while payment is done physically at the canteen.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28544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DA779-889E-71A5-B659-F36F6FE9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C9F9A-B7A1-FB66-68A6-DE8A507383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67753" cy="4351338"/>
          </a:xfrm>
        </p:spPr>
        <p:txBody>
          <a:bodyPr/>
          <a:lstStyle/>
          <a:p>
            <a:pPr lvl="0"/>
            <a:r>
              <a:rPr lang="en-US" dirty="0"/>
              <a:t>To enable quick and easy pre-ordering of food for students</a:t>
            </a:r>
          </a:p>
          <a:p>
            <a:pPr lvl="0"/>
            <a:r>
              <a:rPr lang="en-US" dirty="0"/>
              <a:t>To enable admins to manage menu items, food availability, and real-time order processing</a:t>
            </a:r>
          </a:p>
          <a:p>
            <a:pPr lvl="0"/>
            <a:r>
              <a:rPr lang="en-US" dirty="0"/>
              <a:t>To provide clear tracking of order status</a:t>
            </a:r>
          </a:p>
        </p:txBody>
      </p:sp>
    </p:spTree>
    <p:extLst>
      <p:ext uri="{BB962C8B-B14F-4D97-AF65-F5344CB8AC3E}">
        <p14:creationId xmlns:p14="http://schemas.microsoft.com/office/powerpoint/2010/main" val="3234046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5034E-DA00-24F8-AC0B-3C32EF6F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FF8A779-03D6-C3E6-AE1F-A99C880BD3D9}"/>
              </a:ext>
            </a:extLst>
          </p:cNvPr>
          <p:cNvSpPr>
            <a:spLocks noGrp="1"/>
          </p:cNvSpPr>
          <p:nvPr/>
        </p:nvSpPr>
        <p:spPr>
          <a:xfrm>
            <a:off x="747269" y="169068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dirty="0"/>
              <a:t>Digital menu with admin-controlled “Today’s special”</a:t>
            </a:r>
          </a:p>
          <a:p>
            <a:pPr lvl="0"/>
            <a:r>
              <a:rPr lang="en-US" dirty="0"/>
              <a:t>One click ordering system with confirmation or undo and real time order status tracking</a:t>
            </a:r>
          </a:p>
          <a:p>
            <a:pPr lvl="0"/>
            <a:r>
              <a:rPr lang="en-US" dirty="0"/>
              <a:t>Admin dashboard to manage orders, mark items as sold out and update “Paid and collected”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80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83535-852B-F14E-5C88-CC0162733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54FE9F-8B36-27AA-33A9-245AB2714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 Feasibility: Easily developed using basic web technologies with no complex requirements.</a:t>
            </a:r>
          </a:p>
          <a:p>
            <a:endParaRPr lang="en-US" dirty="0"/>
          </a:p>
          <a:p>
            <a:r>
              <a:rPr lang="en-US" dirty="0"/>
              <a:t>Operational Feasibility: Simple for students and staff to use, improving canteen workflow.</a:t>
            </a:r>
          </a:p>
          <a:p>
            <a:endParaRPr lang="en-US" dirty="0"/>
          </a:p>
          <a:p>
            <a:r>
              <a:rPr lang="en-US" dirty="0"/>
              <a:t>Economic Feasibility: Low-cost or open source system with high efficiency benefits.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644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5328D-0F95-27E5-714E-9CA8D618E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 and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76451-8CEF-ABB3-6939-BDEB145E0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and GitHub for collaborations and backlog</a:t>
            </a:r>
          </a:p>
          <a:p>
            <a:r>
              <a:rPr lang="en-US" dirty="0"/>
              <a:t>Draw.io for making UML Diagrams</a:t>
            </a:r>
          </a:p>
          <a:p>
            <a:r>
              <a:rPr lang="en-US" dirty="0"/>
              <a:t>PHP will be our primary programming language(</a:t>
            </a:r>
            <a:r>
              <a:rPr lang="en-US" dirty="0" err="1"/>
              <a:t>Front&amp;Backend</a:t>
            </a:r>
            <a:r>
              <a:rPr lang="en-US" dirty="0"/>
              <a:t>)</a:t>
            </a:r>
          </a:p>
          <a:p>
            <a:r>
              <a:rPr lang="en-US" dirty="0"/>
              <a:t>Figma for website structure and interaction simulation (</a:t>
            </a:r>
            <a:r>
              <a:rPr lang="en-US" dirty="0">
                <a:hlinkClick r:id="rId2"/>
              </a:rPr>
              <a:t>link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8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7FB00-0185-DE6C-4316-2A12B655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B90FA-9437-A0B6-5B8A-D47CC59D9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Students able to pre-order to avoid long waiting queues</a:t>
            </a:r>
          </a:p>
          <a:p>
            <a:r>
              <a:rPr lang="en-US" dirty="0"/>
              <a:t>Real-time order tracking helps staff prepare only what’s needed. </a:t>
            </a:r>
          </a:p>
          <a:p>
            <a:r>
              <a:rPr lang="en-US" dirty="0"/>
              <a:t>Improved inventory control with “Sold out” system.</a:t>
            </a:r>
          </a:p>
        </p:txBody>
      </p:sp>
    </p:spTree>
    <p:extLst>
      <p:ext uri="{BB962C8B-B14F-4D97-AF65-F5344CB8AC3E}">
        <p14:creationId xmlns:p14="http://schemas.microsoft.com/office/powerpoint/2010/main" val="1208543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1F964-72D7-5B6B-4ED4-19C2F3B00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90470-0538-8DCA-720F-BA2DF22D32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1. QR-Based Canteen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G. K. Patil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Uses QR code to access menu and place orders, reducing waiting time.</a:t>
            </a:r>
            <a:br>
              <a:rPr lang="en-GB" dirty="0"/>
            </a:br>
            <a:r>
              <a:rPr lang="en-GB" b="1" dirty="0"/>
              <a:t>Knowledge Gap:</a:t>
            </a:r>
            <a:r>
              <a:rPr lang="en-GB" dirty="0"/>
              <a:t> Requires QR setup and lacks real-time tracking and simple usability.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743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9D3D7-DF15-F9B7-ED65-DA0F6A6A2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298A0-D873-681D-BDD4-43D535CDF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2. Android-Based Canteen Ordering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S. N. Patil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Mobile app for ordering food, helps reduce queue during peak time.</a:t>
            </a:r>
            <a:br>
              <a:rPr lang="en-GB" dirty="0"/>
            </a:br>
            <a:r>
              <a:rPr lang="en-GB" b="1" dirty="0"/>
              <a:t>Knowledge</a:t>
            </a:r>
            <a:r>
              <a:rPr lang="en-GB" dirty="0"/>
              <a:t> </a:t>
            </a:r>
            <a:r>
              <a:rPr lang="en-GB" b="1" dirty="0"/>
              <a:t>Gap:</a:t>
            </a:r>
            <a:r>
              <a:rPr lang="en-GB" dirty="0"/>
              <a:t> Requires app installation and not accessible for all users.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1270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7D9F4-8446-91C5-9998-1752CF2E7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CD0ED-F64D-8125-B8BA-46DB57C44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3. Smart Canteen Management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1" dirty="0"/>
              <a:t>Authors:</a:t>
            </a:r>
            <a:r>
              <a:rPr lang="en-GB" dirty="0"/>
              <a:t> R. K. Sharma et al.</a:t>
            </a:r>
            <a:br>
              <a:rPr lang="en-GB" dirty="0"/>
            </a:br>
            <a:r>
              <a:rPr lang="en-GB" b="1" dirty="0"/>
              <a:t>Summary:</a:t>
            </a:r>
            <a:r>
              <a:rPr lang="en-GB" dirty="0"/>
              <a:t> Provides digital ordering and management features.</a:t>
            </a:r>
            <a:br>
              <a:rPr lang="en-GB" dirty="0"/>
            </a:br>
            <a:r>
              <a:rPr lang="en-GB" b="1" dirty="0"/>
              <a:t>Knowledge Gap:</a:t>
            </a:r>
            <a:r>
              <a:rPr lang="en-GB" dirty="0"/>
              <a:t> Complex system, focuses on online payment rather than simple solutions.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5872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829B-774C-2F14-F183-A7E7744EE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C7CBCD-F261-8895-8987-96F4AD915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proposed Canteen Pre-booking System is developed using the </a:t>
            </a:r>
            <a:r>
              <a:rPr lang="en-GB" b="1" dirty="0"/>
              <a:t>Waterfall Model</a:t>
            </a:r>
            <a:r>
              <a:rPr lang="en-GB" dirty="0"/>
              <a:t>, where each phase is completed step-by-step in a sequential manner.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Requirement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System Design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Implementation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Testing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Deployment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Maintenance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207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F57F-5AB8-1F1C-7F45-AD84F81B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C3715-1FAD-3DCD-3DDD-00136B6D2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Diagrams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A499A08-F5DE-3F63-E98F-BB3E83821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Case Diagram: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6320512-FC70-2719-475E-15E051235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4821" y="0"/>
            <a:ext cx="73108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1842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D68A7-99C3-8A0F-FB9E-7886DC0E9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E4EB3-2FBD-9D2D-E599-0CE95F5F8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Diagrams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411DEE-61F6-4E4E-8160-B859B703C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Activity Diagram: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9067BB-A635-7ABA-B801-4D15C01572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7" t="3564" r="3549" b="1197"/>
          <a:stretch>
            <a:fillRect/>
          </a:stretch>
        </p:blipFill>
        <p:spPr bwMode="auto">
          <a:xfrm>
            <a:off x="4514181" y="0"/>
            <a:ext cx="2636127" cy="6826464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906738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184BF-3692-EEC8-F2CB-5CA516E61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5A347-BAAB-3DD2-9215-982F9BD8A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Diagrams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69D782-1D09-AF1A-E108-55CED71473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Sequence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A8F553-5CE3-C574-E197-19827326DC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688" y="0"/>
            <a:ext cx="5055847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03740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F2918-26F2-68FF-0476-4FE76178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1CD49-81C3-426E-C333-BC2A669C3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Diagrams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C4C09E-18BD-C733-5406-3423651E3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Diagram: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97CECF-43E7-842E-4E36-460337946D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6" t="5119" r="3015" b="846"/>
          <a:stretch>
            <a:fillRect/>
          </a:stretch>
        </p:blipFill>
        <p:spPr bwMode="auto">
          <a:xfrm>
            <a:off x="4485181" y="0"/>
            <a:ext cx="4104341" cy="6847049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241573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FBE3-B8E6-3D34-E917-11D7F32C3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FAF81-75EF-5D50-F923-21EC41FC3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Diagrams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214759-A4C4-BE41-FFC7-53F9F9A27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 Diagram: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4E531C-21A6-3704-FBA5-9A3041D82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891" y="2224881"/>
            <a:ext cx="7178643" cy="4633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778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BF919-6305-497F-BA8F-7A1923A8A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949" y="-352168"/>
            <a:ext cx="10515600" cy="1325563"/>
          </a:xfrm>
        </p:spPr>
        <p:txBody>
          <a:bodyPr/>
          <a:lstStyle/>
          <a:p>
            <a:r>
              <a:rPr lang="en-US" dirty="0"/>
              <a:t>Timeline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9E4B716-5E88-722F-FEE9-2BCDCA72FE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54677977"/>
              </p:ext>
            </p:extLst>
          </p:nvPr>
        </p:nvGraphicFramePr>
        <p:xfrm>
          <a:off x="1001949" y="550607"/>
          <a:ext cx="10989423" cy="634815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784008">
                  <a:extLst>
                    <a:ext uri="{9D8B030D-6E8A-4147-A177-3AD203B41FA5}">
                      <a16:colId xmlns:a16="http://schemas.microsoft.com/office/drawing/2014/main" val="2887231879"/>
                    </a:ext>
                  </a:extLst>
                </a:gridCol>
                <a:gridCol w="5732991">
                  <a:extLst>
                    <a:ext uri="{9D8B030D-6E8A-4147-A177-3AD203B41FA5}">
                      <a16:colId xmlns:a16="http://schemas.microsoft.com/office/drawing/2014/main" val="3954113466"/>
                    </a:ext>
                  </a:extLst>
                </a:gridCol>
                <a:gridCol w="1364176">
                  <a:extLst>
                    <a:ext uri="{9D8B030D-6E8A-4147-A177-3AD203B41FA5}">
                      <a16:colId xmlns:a16="http://schemas.microsoft.com/office/drawing/2014/main" val="4065323800"/>
                    </a:ext>
                  </a:extLst>
                </a:gridCol>
                <a:gridCol w="1485052">
                  <a:extLst>
                    <a:ext uri="{9D8B030D-6E8A-4147-A177-3AD203B41FA5}">
                      <a16:colId xmlns:a16="http://schemas.microsoft.com/office/drawing/2014/main" val="1598175862"/>
                    </a:ext>
                  </a:extLst>
                </a:gridCol>
                <a:gridCol w="1623196">
                  <a:extLst>
                    <a:ext uri="{9D8B030D-6E8A-4147-A177-3AD203B41FA5}">
                      <a16:colId xmlns:a16="http://schemas.microsoft.com/office/drawing/2014/main" val="1543798223"/>
                    </a:ext>
                  </a:extLst>
                </a:gridCol>
              </a:tblGrid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Title Defense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536282104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Topic Brainstorming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26-Apr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26-Apr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59845763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Topic Decision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27-Apr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27-Apr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461041052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Presentation Preparation and Division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28-Apr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29-Apr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61598270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Proposal Defense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644909642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Literature Review and Figma Designing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30-Apr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02-May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78353790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UML Diagrams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03-May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06-May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964310592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Backlog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07-May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07-May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264636394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Preparation of Documentation and Presentation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09-May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537080362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Mid-Term Defense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228816938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Correction of Diagrams and Project Work Division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14-May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15-May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95457196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Gantt chart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266351302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Project Implementation Start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31255697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3.3.1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Database Definition and Login/Signup Page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20-May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22-May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40896613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3.3.2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User Dashboard and Admin Dashboard redirection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23-May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24-May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29371993"/>
                  </a:ext>
                </a:extLst>
              </a:tr>
              <a:tr h="32997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3.3.3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Order Menu creation (For users) and Admin custom menu for daily "Today's special" unique menu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26-May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308378324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3.3.4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Order POST Logic and display order on admin side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28-May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29-May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904173101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Testing and Test Case Creation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30-May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02-Jun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845215221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Documentation Correction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03-Jun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04-Jun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84674709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Documentation for Mid-Term Defense Creation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05-Jun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08-Jun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08198754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Presentation Preparation and Division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12-Jun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13-Jun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03921938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4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Final Project Implementation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018946370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Menu and Daily Stock Management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15-Jun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19-Jun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20786974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Reservation and One-Click Pre-order Module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20-Jun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24-Jun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849005551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Order History and Reservation Cancellation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25-Jun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27-Jun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46270999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Order Slot and Timing Schedule Management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29-Jun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03-Jul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570580697"/>
                  </a:ext>
                </a:extLst>
              </a:tr>
              <a:tr h="17240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Balance Recharge and Transaction Management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04-Jul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08-Jul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172700881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Reservation Finalization and Automatic Stock Deduction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09-Jul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13-Jul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06182568"/>
                  </a:ext>
                </a:extLst>
              </a:tr>
              <a:tr h="25615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Kitchen Report and Order Management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14-Jul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18-Jul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457037831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Admin Menu Editing and Menu Availability Management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20-Jul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22-Jul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977795001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System Integration and Bug Fixing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23-Jul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27-Jul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843064482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System Testing and Test Case Finalization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28-Jul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29-Jul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96696537"/>
                  </a:ext>
                </a:extLst>
              </a:tr>
              <a:tr h="3160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4.11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Documentation and Final Report Preparation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30-Jul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31-Jul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44591366"/>
                  </a:ext>
                </a:extLst>
              </a:tr>
              <a:tr h="17131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4.12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Final Presentation Preparation and Project Demonstration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01-Aug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</a:rPr>
                        <a:t>01-Aug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73212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69685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A1FD-C330-0018-F68E-8D98153F3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B957FC-1545-04AF-B308-934418703E5B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Register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3BF418-8D4A-33C1-8049-A2DF0ED85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300" y="972199"/>
            <a:ext cx="7767346" cy="56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053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76BB2-5BBD-2A9C-4A48-C219D939E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48F66-587B-86FC-2FBD-2942CE1C1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3FD8D92-7BB0-BD7A-E270-30CC76202753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Login Page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8FD845-B530-889F-A659-524507E010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983" y="1044936"/>
            <a:ext cx="9160034" cy="550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811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403CD-1D11-26F1-0A09-28D672340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A7548-A4BB-E3E3-7C5A-59628D734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F6E9B8-43D5-56EF-FDE9-D1FCF82F60A3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Login Page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5781C5-5BFA-AC79-EDE9-FB542F12C4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983" y="1044936"/>
            <a:ext cx="9160034" cy="550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6397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1DA97-59E4-D9C6-AC5F-B8F87037E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6A784-42AB-F2AD-32B5-3F784DAC2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872039A-2E98-0DE6-17C2-9D7C084A0982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Admin Dashboard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5FC811-EF0B-7092-F383-BBC3AE756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6415"/>
            <a:ext cx="12192000" cy="486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2071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4CF0A-F2F0-801E-A7C1-B4AAA8139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5291-CC06-BE83-2CAD-C0F1C4828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BE8C758-E499-5D91-8079-B9189CEC1D4E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Admin – Track Live Orders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90431B-5711-BAB8-EE07-1DC51C3E1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6415"/>
            <a:ext cx="12192000" cy="486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4277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97A3E-E4CA-FD75-75DE-3FAB7065B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0807C-7C99-8C3E-3EE3-FA157CA0E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BF6DC4-C7F3-DDCC-5488-C13550A4E92B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Admin – Menu Management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86D32B-8AB3-7B11-521F-69EEA1A75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4955"/>
            <a:ext cx="12192000" cy="3639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006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F24D3-EB25-A15E-1893-254C54CB0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F1A56-5F1D-72E1-FBCA-C1ECC84E4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4AD75E1-D36B-FF50-AD8C-A2419BC0BA87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Admin – Timing Schedules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DFDE65-745B-347D-5295-926C48B7E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18054"/>
            <a:ext cx="12192000" cy="3621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4742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5E07E-950D-4C65-62D2-DD7E30F60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09BC-79A7-4C57-9D30-C7743AB23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DFBCB69-EFD7-8E8E-886C-9C4C212E7642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Admin – Manage Users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D64452-9D6A-658F-802C-514A30549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1000"/>
            <a:ext cx="12192000" cy="37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8684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59BC0-B0F7-180A-9F3A-5E7C12BBE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840C0-7B08-AABF-F4B1-142174A3A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5373599-2E78-6737-A211-C45384D2613B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Admin – Kitchen Report Generation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A581BD-E54A-32BE-CD13-470D35F3D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61256"/>
            <a:ext cx="12192000" cy="353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3063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6807E-6480-4E28-5EDA-2E3DDDB87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3A816-3243-8F62-08ED-3C511BB23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9C4F3C1-4B01-400A-8816-000287EAFB97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User – Dashboard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241C69-72C3-CA5A-1A2A-35B1AFBD75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181"/>
            <a:ext cx="12192000" cy="415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6588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4CEB1-DA80-323E-4C0C-6FBD86542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CC529-F62C-9C43-4FC6-CED39B55A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2FE685-C6F0-89BA-506A-F1A3F9352620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User – Menu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5FAD9D-642B-1DC5-77DC-A6EEB72FC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370"/>
            <a:ext cx="12192000" cy="489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9426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8129-9709-5D37-D5DC-A44E57A4C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793E-7903-7A79-C600-CA2B53985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B675633-D033-5609-4340-F439CE717570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User – Cart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B00006-3891-95EC-A9FE-F2EF21E2D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5858"/>
            <a:ext cx="12192000" cy="500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144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BA019-53AB-691B-B8E5-098E3C0E4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CCB9C-74E1-5DE6-F07B-ADA3B3293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75202AF-30AA-86A9-A66A-46223A4508FF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User – My Orders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C1F4CE-E7E2-7E61-EBC1-180461547F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3683"/>
            <a:ext cx="12192000" cy="4790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546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EC1DC-87B8-CB8B-CB83-4496E7D28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7DFC7-F1C7-90C0-27E6-DB5F1F56A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517"/>
            <a:ext cx="10515600" cy="706582"/>
          </a:xfrm>
        </p:spPr>
        <p:txBody>
          <a:bodyPr/>
          <a:lstStyle/>
          <a:p>
            <a:r>
              <a:rPr lang="en-US" dirty="0"/>
              <a:t>Screenshots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BB76CFB-32BA-D81C-4176-99EAC6CBDA5C}"/>
              </a:ext>
            </a:extLst>
          </p:cNvPr>
          <p:cNvSpPr txBox="1">
            <a:spLocks/>
          </p:cNvSpPr>
          <p:nvPr/>
        </p:nvSpPr>
        <p:spPr>
          <a:xfrm>
            <a:off x="0" y="488373"/>
            <a:ext cx="10515600" cy="556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User – Recharge balance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68B79C-7F16-F53B-AC9C-F1B9422FA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75726"/>
            <a:ext cx="12192000" cy="3906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26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E2159-23F0-59CC-A198-1C078EA5F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300CD-4AF5-9172-CD2E-FFDB8DD281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• </a:t>
            </a:r>
            <a:r>
              <a:rPr lang="en-US" b="1" dirty="0"/>
              <a:t>Mobile Application Integration</a:t>
            </a:r>
            <a:br>
              <a:rPr lang="en-US" dirty="0"/>
            </a:br>
            <a:r>
              <a:rPr lang="en-US" dirty="0"/>
              <a:t>Develop a mobile app (using React Native) to allow users to report issues instantly with push notifications and location-based services.</a:t>
            </a:r>
          </a:p>
          <a:p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• </a:t>
            </a:r>
            <a:r>
              <a:rPr lang="en-GB" b="1" dirty="0"/>
              <a:t>Feedback and Rating System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dirty="0"/>
              <a:t>Allow students to rate food and services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/>
              <a:t>Help improve canteen quality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428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1100</TotalTime>
  <Words>881</Words>
  <Application>Microsoft Office PowerPoint</Application>
  <PresentationFormat>Widescreen</PresentationFormat>
  <Paragraphs>266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Office Theme</vt:lpstr>
      <vt:lpstr>Mid Defense</vt:lpstr>
      <vt:lpstr>Introduction</vt:lpstr>
      <vt:lpstr>Objectives</vt:lpstr>
      <vt:lpstr>Scope</vt:lpstr>
      <vt:lpstr>Feasibility Study</vt:lpstr>
      <vt:lpstr>Tools and Techniques</vt:lpstr>
      <vt:lpstr>Expected Outcome</vt:lpstr>
      <vt:lpstr>Literature Review</vt:lpstr>
      <vt:lpstr>PowerPoint Presentation</vt:lpstr>
      <vt:lpstr>PowerPoint Presentation</vt:lpstr>
      <vt:lpstr>Methodology</vt:lpstr>
      <vt:lpstr>UML Diagrams</vt:lpstr>
      <vt:lpstr>UML Diagrams</vt:lpstr>
      <vt:lpstr>UML Diagrams</vt:lpstr>
      <vt:lpstr>UML Diagrams</vt:lpstr>
      <vt:lpstr>UML Diagrams</vt:lpstr>
      <vt:lpstr>Timeline</vt:lpstr>
      <vt:lpstr>Screenshots</vt:lpstr>
      <vt:lpstr>Screenshots</vt:lpstr>
      <vt:lpstr>Screenshots</vt:lpstr>
      <vt:lpstr>Screenshots</vt:lpstr>
      <vt:lpstr>Screenshots</vt:lpstr>
      <vt:lpstr>Screenshots</vt:lpstr>
      <vt:lpstr>Screenshots</vt:lpstr>
      <vt:lpstr>Screenshots</vt:lpstr>
      <vt:lpstr>Screenshots</vt:lpstr>
      <vt:lpstr>Screenshots</vt:lpstr>
      <vt:lpstr>Screenshots</vt:lpstr>
      <vt:lpstr>Screenshots</vt:lpstr>
      <vt:lpstr>Screenshots</vt:lpstr>
      <vt:lpstr>Screenshots</vt:lpstr>
      <vt:lpstr>Future Enhancements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Defense</dc:title>
  <dc:creator>Lumi 26710</dc:creator>
  <cp:lastModifiedBy>Lumi 26710</cp:lastModifiedBy>
  <cp:revision>24</cp:revision>
  <dcterms:created xsi:type="dcterms:W3CDTF">2026-04-26T13:28:00Z</dcterms:created>
  <dcterms:modified xsi:type="dcterms:W3CDTF">2026-08-12T15:11:19Z</dcterms:modified>
</cp:coreProperties>
</file>